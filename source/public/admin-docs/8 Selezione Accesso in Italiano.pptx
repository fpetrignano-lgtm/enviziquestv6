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635" r:id="rId3"/>
    <p:sldId id="677" r:id="rId4"/>
    <p:sldId id="678" r:id="rId5"/>
    <p:sldId id="679" r:id="rId6"/>
    <p:sldId id="402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22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https://www.ibm.com/docs/en/envizi-esg-suite?topic=administering-setting-up-users</a:t>
            </a:r>
          </a:p>
          <a:p>
            <a:r>
              <a:rPr lang="it-IT"/>
              <a:t>https://www.ibm.com/docs/en/envizi-esg-suite?topic=users-creating-contacts-logins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EE23-3A93-F204-F274-102209F39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19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4F0AA-E535-6AF9-2A99-42B0BCA2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259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3E15B-AEDF-2F9E-EB0D-AC778BE18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123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2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1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902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09EA-57CA-9A71-E391-10854E66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5E42-6EB0-A758-C7D1-BC518D2AF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EA591-A2B3-4B14-0740-EE8764D7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BF0D-213E-F34D-93C6-37AB37C29CAE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7C6F-92F8-28B6-9CB9-837A1375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189C-1C89-B914-D8D5-484BDDB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04AF-6D8B-754A-9FED-073057245C1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6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4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2232729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09784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3675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ESG Data &amp; Environmental Intelligence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221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55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72202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0019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7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Configurazione degli utenti, accessi e ruoli 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in</a:t>
            </a:r>
            <a:r>
              <a:rPr lang="it-IT" sz="2200" b="0">
                <a:solidFill>
                  <a:srgbClr val="5B6B70"/>
                </a:solidFill>
                <a:latin typeface="Calibri"/>
              </a:rPr>
              <a:t> IBM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</a:t>
            </a:r>
            <a:r>
              <a:rPr lang="it-IT" sz="2200" b="0">
                <a:solidFill>
                  <a:srgbClr val="5B6B70"/>
                </a:solidFill>
                <a:latin typeface="Calibri"/>
              </a:rPr>
              <a:t>Envizi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DD9F6-08C9-7B80-2682-A59621181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4C8F0B1-6E71-100A-31B7-30F7F3270B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2759" y="1909904"/>
            <a:ext cx="7201113" cy="133614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C362BBD-333E-98B9-892D-39E4628114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2759" y="4070359"/>
            <a:ext cx="7201113" cy="1279884"/>
          </a:xfrm>
          <a:prstGeom prst="rect">
            <a:avLst/>
          </a:prstGeom>
        </p:spPr>
      </p:pic>
      <p:sp>
        <p:nvSpPr>
          <p:cNvPr id="10" name="BandaChiave">
            <a:extLst>
              <a:ext uri="{FF2B5EF4-FFF2-40B4-BE49-F238E27FC236}">
                <a16:creationId xmlns:a16="http://schemas.microsoft.com/office/drawing/2014/main" id="{17FD2C38-DC62-AD83-70E0-33191AD2B4DC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Il menu mostra i comandi pertinenti al profilo. La lingua si modifica dalle impostazioni personali.</a:t>
            </a:r>
          </a:p>
        </p:txBody>
      </p:sp>
      <p:sp>
        <p:nvSpPr>
          <p:cNvPr id="11" name="Card1">
            <a:extLst>
              <a:ext uri="{FF2B5EF4-FFF2-40B4-BE49-F238E27FC236}">
                <a16:creationId xmlns:a16="http://schemas.microsoft.com/office/drawing/2014/main" id="{424154AB-7FAC-E0A5-8847-6A1C2F878410}"/>
              </a:ext>
            </a:extLst>
          </p:cNvPr>
          <p:cNvSpPr/>
          <p:nvPr/>
        </p:nvSpPr>
        <p:spPr>
          <a:xfrm>
            <a:off x="301752" y="1439533"/>
            <a:ext cx="3995928" cy="18612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1 · L’attivazione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Elena riceve l’e-mail da messenger@envizi.com, segue il link alla pagina Envizi e imposta la nuova password.</a:t>
            </a:r>
          </a:p>
        </p:txBody>
      </p:sp>
      <p:sp>
        <p:nvSpPr>
          <p:cNvPr id="12" name="Card2">
            <a:extLst>
              <a:ext uri="{FF2B5EF4-FFF2-40B4-BE49-F238E27FC236}">
                <a16:creationId xmlns:a16="http://schemas.microsoft.com/office/drawing/2014/main" id="{0FF39B58-9C55-4015-9C29-029CCC620591}"/>
              </a:ext>
            </a:extLst>
          </p:cNvPr>
          <p:cNvSpPr/>
          <p:nvPr/>
        </p:nvSpPr>
        <p:spPr>
          <a:xfrm>
            <a:off x="301752" y="3463434"/>
            <a:ext cx="3995928" cy="1978725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2 · Il profilo General User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Non vede le schede Verifica o Admin. Al primo accesso l’interfaccia è in inglese e desidera passare all’italiano.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3E34AB-74D7-D33E-0621-5E8EF9CA04DC}"/>
              </a:ext>
            </a:extLst>
          </p:cNvPr>
          <p:cNvSpPr txBox="1"/>
          <p:nvPr/>
        </p:nvSpPr>
        <p:spPr>
          <a:xfrm>
            <a:off x="4599432" y="1439533"/>
            <a:ext cx="7287768" cy="343340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3 · Menu del profilo, in alto a destra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9FC652-C1F4-6E62-2ACF-C5CE8507BF05}"/>
              </a:ext>
            </a:extLst>
          </p:cNvPr>
          <p:cNvSpPr txBox="1"/>
          <p:nvPr/>
        </p:nvSpPr>
        <p:spPr>
          <a:xfrm>
            <a:off x="4599432" y="3617034"/>
            <a:ext cx="7287768" cy="343340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4 · Selezione di Personal</a:t>
            </a:r>
          </a:p>
        </p:txBody>
      </p:sp>
      <p:sp>
        <p:nvSpPr>
          <p:cNvPr id="15" name="Testo originale sotto il titolo">
            <a:extLst>
              <a:ext uri="{FF2B5EF4-FFF2-40B4-BE49-F238E27FC236}">
                <a16:creationId xmlns:a16="http://schemas.microsoft.com/office/drawing/2014/main" id="{A0B646CC-7B7B-E08A-D297-B466282DE14B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Energy Data Specialist: attivazione dell’utenza e personalizzazione del profilo</a:t>
            </a:r>
          </a:p>
        </p:txBody>
      </p:sp>
      <p:sp>
        <p:nvSpPr>
          <p:cNvPr id="16" name="Linea verde titolo">
            <a:extLst>
              <a:ext uri="{FF2B5EF4-FFF2-40B4-BE49-F238E27FC236}">
                <a16:creationId xmlns:a16="http://schemas.microsoft.com/office/drawing/2014/main" id="{D902D48C-2B4F-91DF-4BE5-78AD34F92E46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Titolo">
            <a:extLst>
              <a:ext uri="{FF2B5EF4-FFF2-40B4-BE49-F238E27FC236}">
                <a16:creationId xmlns:a16="http://schemas.microsoft.com/office/drawing/2014/main" id="{67E0E50F-5818-1935-3DF2-1EE1FA69EC48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Il primo accesso di Elena Corsi</a:t>
            </a:r>
          </a:p>
        </p:txBody>
      </p:sp>
    </p:spTree>
    <p:extLst>
      <p:ext uri="{BB962C8B-B14F-4D97-AF65-F5344CB8AC3E}">
        <p14:creationId xmlns:p14="http://schemas.microsoft.com/office/powerpoint/2010/main" val="274038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5AEEB-C99A-D1DB-E3D5-3BCBE93C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EBEA2324-868A-FE34-2F24-7F91532161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29758" y="1418183"/>
            <a:ext cx="3099099" cy="4027255"/>
          </a:xfrm>
          <a:prstGeom prst="rect">
            <a:avLst/>
          </a:prstGeom>
        </p:spPr>
      </p:pic>
      <p:sp>
        <p:nvSpPr>
          <p:cNvPr id="7" name="BandaChiave">
            <a:extLst>
              <a:ext uri="{FF2B5EF4-FFF2-40B4-BE49-F238E27FC236}">
                <a16:creationId xmlns:a16="http://schemas.microsoft.com/office/drawing/2014/main" id="{7F2C8689-95F6-9420-4706-113646B54125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La modifica della lingua parte dalla sezione Personal del profilo.</a:t>
            </a:r>
          </a:p>
        </p:txBody>
      </p:sp>
      <p:sp>
        <p:nvSpPr>
          <p:cNvPr id="8" name="Card1">
            <a:extLst>
              <a:ext uri="{FF2B5EF4-FFF2-40B4-BE49-F238E27FC236}">
                <a16:creationId xmlns:a16="http://schemas.microsoft.com/office/drawing/2014/main" id="{337135A4-FBAB-C07D-0E15-4DF0148555F4}"/>
              </a:ext>
            </a:extLst>
          </p:cNvPr>
          <p:cNvSpPr/>
          <p:nvPr/>
        </p:nvSpPr>
        <p:spPr>
          <a:xfrm>
            <a:off x="301752" y="1439533"/>
            <a:ext cx="4818888" cy="16263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1 · La modifica del profilo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Nel modulo di personalizzazione, Elena seleziona Edit.</a:t>
            </a:r>
          </a:p>
        </p:txBody>
      </p:sp>
      <p:sp>
        <p:nvSpPr>
          <p:cNvPr id="9" name="Card2">
            <a:extLst>
              <a:ext uri="{FF2B5EF4-FFF2-40B4-BE49-F238E27FC236}">
                <a16:creationId xmlns:a16="http://schemas.microsoft.com/office/drawing/2014/main" id="{738E95F0-7BE7-11A2-3A7D-FD13F07618E3}"/>
              </a:ext>
            </a:extLst>
          </p:cNvPr>
          <p:cNvSpPr/>
          <p:nvPr/>
        </p:nvSpPr>
        <p:spPr>
          <a:xfrm>
            <a:off x="301752" y="3228517"/>
            <a:ext cx="4818888" cy="1626349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2 · La lingua preferita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Cambia la lingua dell’interfaccia in Italiano.</a:t>
            </a:r>
          </a:p>
        </p:txBody>
      </p:sp>
      <p:sp>
        <p:nvSpPr>
          <p:cNvPr id="10" name="Testo originale sotto il titolo">
            <a:extLst>
              <a:ext uri="{FF2B5EF4-FFF2-40B4-BE49-F238E27FC236}">
                <a16:creationId xmlns:a16="http://schemas.microsoft.com/office/drawing/2014/main" id="{119AE8F8-E757-5D77-6B4F-0870CEF03019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Il modulo personale consente di personalizzare l’esperienza utente</a:t>
            </a:r>
          </a:p>
        </p:txBody>
      </p:sp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5D71A809-2B03-A586-8239-8EA4DE3C2F73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Titolo">
            <a:extLst>
              <a:ext uri="{FF2B5EF4-FFF2-40B4-BE49-F238E27FC236}">
                <a16:creationId xmlns:a16="http://schemas.microsoft.com/office/drawing/2014/main" id="{482E36B6-F7E8-A130-DB7A-6FEEC40E5439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La lingua dell’interfaccia</a:t>
            </a:r>
          </a:p>
        </p:txBody>
      </p:sp>
    </p:spTree>
    <p:extLst>
      <p:ext uri="{BB962C8B-B14F-4D97-AF65-F5344CB8AC3E}">
        <p14:creationId xmlns:p14="http://schemas.microsoft.com/office/powerpoint/2010/main" val="245045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C94C5-6397-D2FD-D5DF-8D3232B0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1DFB1A5-F836-C150-007F-8ACDF9E27E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79033" y="1457991"/>
            <a:ext cx="6568644" cy="97503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2FDAAEA-7DBE-FBBD-400D-12786824E5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66090" y="2734627"/>
            <a:ext cx="3252698" cy="2668338"/>
          </a:xfrm>
          <a:prstGeom prst="rect">
            <a:avLst/>
          </a:prstGeom>
        </p:spPr>
      </p:pic>
      <p:sp>
        <p:nvSpPr>
          <p:cNvPr id="10" name="BandaChiave">
            <a:extLst>
              <a:ext uri="{FF2B5EF4-FFF2-40B4-BE49-F238E27FC236}">
                <a16:creationId xmlns:a16="http://schemas.microsoft.com/office/drawing/2014/main" id="{56CC0EC3-8428-68CC-71B4-9DEBFC0DB7B0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La vista dell’organizzazione rispetta le autorizzazioni configurate dall’Admin per il profilo di Elena.</a:t>
            </a:r>
          </a:p>
        </p:txBody>
      </p:sp>
      <p:sp>
        <p:nvSpPr>
          <p:cNvPr id="11" name="Card1">
            <a:extLst>
              <a:ext uri="{FF2B5EF4-FFF2-40B4-BE49-F238E27FC236}">
                <a16:creationId xmlns:a16="http://schemas.microsoft.com/office/drawing/2014/main" id="{5ACAEACE-0B7F-BF8D-7CDE-895EA577180E}"/>
              </a:ext>
            </a:extLst>
          </p:cNvPr>
          <p:cNvSpPr/>
          <p:nvPr/>
        </p:nvSpPr>
        <p:spPr>
          <a:xfrm>
            <a:off x="301752" y="1439533"/>
            <a:ext cx="4617720" cy="1581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1 · Il nuovo accesso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Dopo il cambio lingua, il messaggio richiede la disconnessione. Elena si ricollega e trova l’interfaccia in italiano.</a:t>
            </a:r>
          </a:p>
        </p:txBody>
      </p:sp>
      <p:sp>
        <p:nvSpPr>
          <p:cNvPr id="12" name="Card2">
            <a:extLst>
              <a:ext uri="{FF2B5EF4-FFF2-40B4-BE49-F238E27FC236}">
                <a16:creationId xmlns:a16="http://schemas.microsoft.com/office/drawing/2014/main" id="{B87F2A76-6053-6BA6-19F9-14F8BDE471BD}"/>
              </a:ext>
            </a:extLst>
          </p:cNvPr>
          <p:cNvSpPr/>
          <p:nvPr/>
        </p:nvSpPr>
        <p:spPr>
          <a:xfrm>
            <a:off x="301752" y="3183341"/>
            <a:ext cx="4617720" cy="1852230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2 · Lo schema organizzativo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L’icona con tre linee, in alto a sinistra, apre l’organizzazione. Elena vede solo le ubicazioni del gruppo Allevamenti.</a:t>
            </a:r>
          </a:p>
        </p:txBody>
      </p:sp>
      <p:sp>
        <p:nvSpPr>
          <p:cNvPr id="13" name="Testo originale sotto il titolo">
            <a:extLst>
              <a:ext uri="{FF2B5EF4-FFF2-40B4-BE49-F238E27FC236}">
                <a16:creationId xmlns:a16="http://schemas.microsoft.com/office/drawing/2014/main" id="{9CA13F18-1361-15AD-E0D6-FD7BFADAEA70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Elena rientra nella piattaforma e visualizza le ubicazioni autorizzate</a:t>
            </a:r>
          </a:p>
        </p:txBody>
      </p:sp>
      <p:sp>
        <p:nvSpPr>
          <p:cNvPr id="14" name="Linea verde titolo">
            <a:extLst>
              <a:ext uri="{FF2B5EF4-FFF2-40B4-BE49-F238E27FC236}">
                <a16:creationId xmlns:a16="http://schemas.microsoft.com/office/drawing/2014/main" id="{5F121AD3-9195-5518-512E-11779D8E4E4F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Titolo">
            <a:extLst>
              <a:ext uri="{FF2B5EF4-FFF2-40B4-BE49-F238E27FC236}">
                <a16:creationId xmlns:a16="http://schemas.microsoft.com/office/drawing/2014/main" id="{20E61C85-CBF8-3989-8057-83E54BD19C83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L’interfaccia italiana e il perimetro assegnato</a:t>
            </a:r>
          </a:p>
        </p:txBody>
      </p:sp>
    </p:spTree>
    <p:extLst>
      <p:ext uri="{BB962C8B-B14F-4D97-AF65-F5344CB8AC3E}">
        <p14:creationId xmlns:p14="http://schemas.microsoft.com/office/powerpoint/2010/main" val="888693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337</Words>
  <Application>Microsoft Macintosh PowerPoint</Application>
  <PresentationFormat>Widescreen</PresentationFormat>
  <Paragraphs>48</Paragraphs>
  <Slides>5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5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IBM Plex Sans</vt:lpstr>
      <vt:lpstr>IBM Plex Sans Light</vt:lpstr>
      <vt:lpstr>Symbol</vt:lpstr>
      <vt:lpstr>Times New Roman</vt:lpstr>
      <vt:lpstr>Wingdings</vt:lpstr>
      <vt:lpstr>Tema di Office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5</cp:revision>
  <dcterms:created xsi:type="dcterms:W3CDTF">2026-10-09T13:31:22Z</dcterms:created>
  <dcterms:modified xsi:type="dcterms:W3CDTF">2026-10-14T09:09:38Z</dcterms:modified>
</cp:coreProperties>
</file>