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2"/>
  </p:notesMasterIdLst>
  <p:sldIdLst>
    <p:sldId id="635" r:id="rId3"/>
    <p:sldId id="260" r:id="rId4"/>
    <p:sldId id="268" r:id="rId5"/>
    <p:sldId id="524" r:id="rId6"/>
    <p:sldId id="647" r:id="rId7"/>
    <p:sldId id="2147472657" r:id="rId8"/>
    <p:sldId id="637" r:id="rId9"/>
    <p:sldId id="287" r:id="rId10"/>
    <p:sldId id="288" r:id="rId11"/>
    <p:sldId id="289" r:id="rId12"/>
    <p:sldId id="638" r:id="rId13"/>
    <p:sldId id="290" r:id="rId14"/>
    <p:sldId id="291" r:id="rId15"/>
    <p:sldId id="292" r:id="rId16"/>
    <p:sldId id="555" r:id="rId17"/>
    <p:sldId id="554" r:id="rId18"/>
    <p:sldId id="293" r:id="rId19"/>
    <p:sldId id="557" r:id="rId20"/>
    <p:sldId id="556" r:id="rId21"/>
    <p:sldId id="456" r:id="rId22"/>
    <p:sldId id="458" r:id="rId23"/>
    <p:sldId id="464" r:id="rId24"/>
    <p:sldId id="463" r:id="rId25"/>
    <p:sldId id="465" r:id="rId26"/>
    <p:sldId id="558" r:id="rId27"/>
    <p:sldId id="462" r:id="rId28"/>
    <p:sldId id="559" r:id="rId29"/>
    <p:sldId id="573" r:id="rId30"/>
    <p:sldId id="561" r:id="rId31"/>
    <p:sldId id="562" r:id="rId32"/>
    <p:sldId id="563" r:id="rId33"/>
    <p:sldId id="564" r:id="rId34"/>
    <p:sldId id="565" r:id="rId35"/>
    <p:sldId id="566" r:id="rId36"/>
    <p:sldId id="567" r:id="rId37"/>
    <p:sldId id="568" r:id="rId38"/>
    <p:sldId id="569" r:id="rId39"/>
    <p:sldId id="570" r:id="rId40"/>
    <p:sldId id="294" r:id="rId41"/>
    <p:sldId id="295" r:id="rId42"/>
    <p:sldId id="575" r:id="rId43"/>
    <p:sldId id="577" r:id="rId44"/>
    <p:sldId id="576" r:id="rId45"/>
    <p:sldId id="578" r:id="rId46"/>
    <p:sldId id="579" r:id="rId47"/>
    <p:sldId id="315" r:id="rId48"/>
    <p:sldId id="581" r:id="rId49"/>
    <p:sldId id="402" r:id="rId50"/>
    <p:sldId id="2147472656" r:id="rId5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01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https://www.ibm.com/docs/en/envizi-esg-suite?topic=administering-setting-up-users</a:t>
            </a:r>
          </a:p>
          <a:p>
            <a:r>
              <a:rPr lang="it-IT"/>
              <a:t>https://www.ibm.com/docs/en/envizi-esg-suite?topic=users-creating-contacts-logins</a:t>
            </a:r>
          </a:p>
          <a:p>
            <a:r>
              <a:rPr lang="it-IT"/>
              <a:t>https://www.ibm.com/docs/en/envizi-esg-suite?topic=administering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rPr lang="it-IT"/>
              <a:t>https://www.ibm.com/docs/en/envizi-esg-suite?topic=administering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rPr lang="it-IT"/>
              <a:t>https://www.ibm.com/docs/en/envizi-esg-suite?topic=administering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</a:p>
          <a:p>
            <a:r>
              <a:rPr lang="it-IT"/>
              <a:t>https://www.ibm.com/docs/en/envizi-esg-suite?topic=users-creating-contacts-logins</a:t>
            </a:r>
            <a:endParaRPr/>
          </a:p>
          <a:p>
            <a:r>
              <a:t>https://www.ibm.com/docs/en/envizi-esg-suite?topic=</a:t>
            </a:r>
            <a:r>
              <a:rPr lang="it-IT"/>
              <a:t>administering</a:t>
            </a:r>
            <a:endParaRPr/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https://www.ibm.com/docs/en/envizi-esg-suite?topic=bulk-loading-account-data-in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692B-30A4-55E4-CCCF-1E06ABC7D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D95EECB5-E62B-0668-7B8B-7DBE88928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801602D0-8FBC-8163-A7D8-DC9E1502D5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EE64F44F-05CE-DBD8-A22B-B7FE34A2C23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174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ED14-9A85-9665-940A-ABABC7DC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0F4CC-5278-5A43-A89A-93D9A9A64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26ACC-0D8D-0A92-7EE9-1C72A1CE4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Envizi consente di distribuire l’utilizzo della piattaforma mantenendo una governance centralizzata. L’Administrator organizza gli accessi in funzione delle responsabilità: chi deve operare dispone delle funzionalità necessarie, chi deve consultare può farlo senza modificare i dati, mentre chi svolge attività di verifica può essere indirizzato alle informazioni pertinenti.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6DFB6-E52C-D1C7-9B30-90DFD7F4A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3283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3D2F-754D-9910-194D-86D305FE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PlaceHolder 1">
            <a:extLst>
              <a:ext uri="{FF2B5EF4-FFF2-40B4-BE49-F238E27FC236}">
                <a16:creationId xmlns:a16="http://schemas.microsoft.com/office/drawing/2014/main" id="{B6A1161B-1508-9AE8-5DB9-7769C8DBB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2" name="PlaceHolder 2">
            <a:extLst>
              <a:ext uri="{FF2B5EF4-FFF2-40B4-BE49-F238E27FC236}">
                <a16:creationId xmlns:a16="http://schemas.microsoft.com/office/drawing/2014/main" id="{D8BD11C6-2DF8-4F22-7264-F32ECACC39E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L’obiettivo del corso è rendere lo studente autonomo nella lettura e nella gestione della configurazione Envizi. Amministrare la piattaforma significa comprendere la relazione tra dati, account, location e gruppi; gestire i dati significa assicurare caricamenti coerenti, unità corrette e periodicità affidabili; analizzare significa utilizzare dashboard e report sapendo da quali configurazioni derivano i risultati. La sicurezza operativa nasce dalla tracciabilità: quando un totale non è corretto, l’amministratore deve poter risalire dalla vista organizzativa fino alla location, all’account e al record sorgente. Questa competenza riduce correzioni manuali e rende il reporting più affidabile.</a:t>
            </a:r>
          </a:p>
        </p:txBody>
      </p:sp>
      <p:sp>
        <p:nvSpPr>
          <p:cNvPr id="4273" name="PlaceHolder 3">
            <a:extLst>
              <a:ext uri="{FF2B5EF4-FFF2-40B4-BE49-F238E27FC236}">
                <a16:creationId xmlns:a16="http://schemas.microsoft.com/office/drawing/2014/main" id="{AECBB561-1934-34D4-CB0B-AE6E6195B13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076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t>https://www.ibm.com/docs/en/envizi-esg-suite?topic=</a:t>
            </a:r>
            <a:r>
              <a:rPr lang="it-IT"/>
              <a:t>administering</a:t>
            </a:r>
            <a:endParaRPr/>
          </a:p>
          <a:p>
            <a:r>
              <a:t>https://www.ibm.com/docs/en/envizi-esg-suite?topic=</a:t>
            </a:r>
            <a:r>
              <a:rPr lang="it-IT"/>
              <a:t>configuring-setting-up-groups</a:t>
            </a:r>
          </a:p>
          <a:p>
            <a:r>
              <a:rPr lang="it-IT"/>
              <a:t>https://www.ibm.com/docs/en/envizi-esg-suite?topic=groups-creating-group</a:t>
            </a:r>
          </a:p>
          <a:p>
            <a:r>
              <a:rPr lang="it-IT"/>
              <a:t>https://www.ibm.com/docs/en/envizi-esg-suite?topic=groups-creating-locations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groups-creating-locations" TargetMode="External"/><Relationship Id="rId3" Type="http://schemas.openxmlformats.org/officeDocument/2006/relationships/hyperlink" Target="https://www.ibm.com/docs/en/envizi-esg-suite?topic=administering-setting-up-users" TargetMode="External"/><Relationship Id="rId7" Type="http://schemas.openxmlformats.org/officeDocument/2006/relationships/hyperlink" Target="https://www.ibm.com/docs/en/envizi-esg-suite?topic=groups-creating-grou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configuring-setting-up-groups" TargetMode="External"/><Relationship Id="rId5" Type="http://schemas.openxmlformats.org/officeDocument/2006/relationships/hyperlink" Target="https://www.ibm.com/docs/en/envizi-esg-suite?topic=administering" TargetMode="External"/><Relationship Id="rId4" Type="http://schemas.openxmlformats.org/officeDocument/2006/relationships/hyperlink" Target="https://www.ibm.com/docs/en/envizi-esg-suite?topic=users-creating-contacts-logi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Ruoli amministrativi e accesso ai dati per sedi e gruppi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confronta Administrator e Data Administrator e mostra come assegnare l’accesso ai dati di sedi e gruppi in IBM Envizi.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distinguere le responsabilità di Administrator e Data Administrator</a:t>
            </a:r>
          </a:p>
          <a:p>
            <a:pPr lvl="0">
              <a:lnSpc>
                <a:spcPct val="150000"/>
              </a:lnSpc>
            </a:pPr>
            <a:r>
              <a:rPr lang="en-US"/>
              <a:t>modificare l’Access Role di un utente tramite Contacts &amp; Logins</a:t>
            </a:r>
          </a:p>
          <a:p>
            <a:pPr lvl="0">
              <a:lnSpc>
                <a:spcPct val="150000"/>
              </a:lnSpc>
            </a:pPr>
            <a:r>
              <a:rPr lang="en-US"/>
              <a:t>distinguere il ruolo dell’utente dal suo livello di accesso ai dati</a:t>
            </a:r>
          </a:p>
          <a:p>
            <a:pPr lvl="0">
              <a:lnSpc>
                <a:spcPct val="150000"/>
              </a:lnSpc>
            </a:pPr>
            <a:r>
              <a:rPr lang="en-US"/>
              <a:t>assegnare accessi a una Location o a gruppi della gerarchia</a:t>
            </a:r>
          </a:p>
          <a:p>
            <a:pPr lvl="0">
              <a:lnSpc>
                <a:spcPct val="150000"/>
              </a:lnSpc>
            </a:pPr>
            <a:r>
              <a:rPr lang="en-US"/>
              <a:t>usare i gruppi portfolio e verificare la visibilità delle sedi assegnate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Ruolo dell’Amministratore e ambito del capitolo</a:t>
            </a:r>
          </a:p>
          <a:p>
            <a:pPr lvl="0">
              <a:lnSpc>
                <a:spcPct val="150000"/>
              </a:lnSpc>
            </a:pPr>
            <a:r>
              <a:rPr lang="en-US"/>
              <a:t>Modifica dell’Access Role da General User a Data Administrator</a:t>
            </a:r>
          </a:p>
          <a:p>
            <a:pPr lvl="0">
              <a:lnSpc>
                <a:spcPct val="150000"/>
              </a:lnSpc>
            </a:pPr>
            <a:r>
              <a:rPr lang="en-US"/>
              <a:t>Administrator e Data Administrator: responsabilità e limiti</a:t>
            </a:r>
          </a:p>
          <a:p>
            <a:pPr lvl="0">
              <a:lnSpc>
                <a:spcPct val="150000"/>
              </a:lnSpc>
            </a:pPr>
            <a:r>
              <a:rPr lang="en-US"/>
              <a:t>Access Levels e gerarchia dell’organizzazione</a:t>
            </a:r>
          </a:p>
          <a:p>
            <a:pPr lvl="0">
              <a:lnSpc>
                <a:spcPct val="150000"/>
              </a:lnSpc>
            </a:pPr>
            <a:r>
              <a:rPr lang="en-US"/>
              <a:t>Contacts &amp; Logins: differenza tra contatto e login</a:t>
            </a:r>
          </a:p>
          <a:p>
            <a:pPr lvl="0">
              <a:lnSpc>
                <a:spcPct val="150000"/>
              </a:lnSpc>
            </a:pPr>
            <a:r>
              <a:rPr lang="en-US"/>
              <a:t>Accesso ai dati di una singola Location</a:t>
            </a:r>
          </a:p>
          <a:p>
            <a:pPr lvl="0">
              <a:lnSpc>
                <a:spcPct val="150000"/>
              </a:lnSpc>
            </a:pPr>
            <a:r>
              <a:rPr lang="en-US"/>
              <a:t>Accesso ai gruppi di primo e secondo livello</a:t>
            </a:r>
          </a:p>
          <a:p>
            <a:pPr lvl="0">
              <a:lnSpc>
                <a:spcPct val="150000"/>
              </a:lnSpc>
            </a:pPr>
            <a:r>
              <a:rPr lang="en-US"/>
              <a:t>Gruppi portfolio e verifica delle sedi visibili all’utente</a:t>
            </a:r>
          </a:p>
          <a:p>
            <a:r>
              <a:rPr lang="en-US"/>
              <a:t>Riferimenti alla documentazione ufficiale IBM</a:t>
            </a:r>
          </a:p>
          <a:p>
            <a:endParaRPr lang="en-US"/>
          </a:p>
          <a:p>
            <a:r>
              <a:rPr lang="en-US" b="1"/>
              <a:t>Le schermate illustrano l’ambiente demo. Menu e funzioni disponibili dipendono dai permessi e dalla configurazione dell’istanza.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353961" y="105809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Utente: Amministratore di sistema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Ruoli e responsabilità</a:t>
            </a: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Gestione di contatti e login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Assegnazione dell’Access Role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Distinzione tra gestione dati e gestione accessi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Perimetro di accesso ai dati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Livelli Organization, Group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Location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Assegnazione dei gruppi gestiti dall’utente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Verifica delle sedi e dei dati visibili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Ruolo dell’Amministratore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07D6-6AED-92FE-7674-E07F2DC2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115">
            <a:extLst>
              <a:ext uri="{FF2B5EF4-FFF2-40B4-BE49-F238E27FC236}">
                <a16:creationId xmlns:a16="http://schemas.microsoft.com/office/drawing/2014/main" id="{02FBB2D9-D576-A45D-4FD9-847C9FCA7171}"/>
              </a:ext>
            </a:extLst>
          </p:cNvPr>
          <p:cNvSpPr/>
          <p:nvPr/>
        </p:nvSpPr>
        <p:spPr>
          <a:xfrm>
            <a:off x="640080" y="1554480"/>
            <a:ext cx="2587752" cy="25146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914400" rIns="137160" bIns="118872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/>
                <a:cs typeface="Calibri"/>
              </a:rPr>
              <a:t>Administrator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Configura la struttura e governa l’accesso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ai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dati secondo i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permessi assegnati.</a:t>
            </a:r>
          </a:p>
        </p:txBody>
      </p:sp>
      <p:pic>
        <p:nvPicPr>
          <p:cNvPr id="4" name="Icona 150">
            <a:extLst>
              <a:ext uri="{FF2B5EF4-FFF2-40B4-BE49-F238E27FC236}">
                <a16:creationId xmlns:a16="http://schemas.microsoft.com/office/drawing/2014/main" id="{63BD4BA0-BD78-5196-11F3-4DA21EF6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37360"/>
            <a:ext cx="566928" cy="56692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1B61FF-E539-66FE-D1E2-B68848BC5423}"/>
              </a:ext>
            </a:extLst>
          </p:cNvPr>
          <p:cNvSpPr txBox="1"/>
          <p:nvPr/>
        </p:nvSpPr>
        <p:spPr>
          <a:xfrm>
            <a:off x="3818299" y="1582340"/>
            <a:ext cx="73355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Nota per il lettore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capitolo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si rivolge soprattutto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agli Amministratori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che gestiscono la configurazione e il caricamento dei dati in IBM Envizi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L’Amministratore configura la struttura organizzativa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gli accessi. Le attività disponibili dipendono dal ruolo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dall’ambito assegnato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Anche gli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utenti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general possono caricare dati Account in blocco. Il processo può creare nuovi Account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file contiene dati per Account non ancora esistenti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Prima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della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demo, verificare permessi, template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canale di caricamento nell’istanza utilizzata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itolo">
            <a:extLst>
              <a:ext uri="{FF2B5EF4-FFF2-40B4-BE49-F238E27FC236}">
                <a16:creationId xmlns:a16="http://schemas.microsoft.com/office/drawing/2014/main" id="{64F5BEF3-1DE3-39CD-FBC0-E4E7B552E5B8}"/>
              </a:ext>
            </a:extLst>
          </p:cNvPr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Destinatari e ambito del capitolo</a:t>
            </a:r>
          </a:p>
        </p:txBody>
      </p:sp>
    </p:spTree>
    <p:extLst>
      <p:ext uri="{BB962C8B-B14F-4D97-AF65-F5344CB8AC3E}">
        <p14:creationId xmlns:p14="http://schemas.microsoft.com/office/powerpoint/2010/main" val="320634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Esempio modifica Access Role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Da General User a Data Administrator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SME Envizi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439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9EF6-26C6-B8B8-30E5-ECEA624E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9F7D899-E2B6-DF68-C10B-D647D2F60CA7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L’utente Admin al crescere della organizzazione può farsi affiancare da un utente Data Administrator.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CF9C346-4CBA-DF62-9884-8FBEA781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69" y="2069110"/>
            <a:ext cx="1321586" cy="129366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2E3C5B8-1D1D-30AE-B17E-FAEA3C8390E7}"/>
              </a:ext>
            </a:extLst>
          </p:cNvPr>
          <p:cNvSpPr txBox="1"/>
          <p:nvPr/>
        </p:nvSpPr>
        <p:spPr>
          <a:xfrm>
            <a:off x="3127267" y="1837538"/>
            <a:ext cx="5685270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 passi operativi sono. Click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, seleziona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Contacts&amp;Logins</a:t>
            </a: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Create New User, Seleziona il new user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Login, Set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it-IT" sz="13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data </a:t>
            </a:r>
            <a:r>
              <a:rPr kumimoji="0" lang="it-IT" sz="1319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administrator</a:t>
            </a: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EBEC96B-56DC-8ADD-A09B-D27DABB1E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469" y="3362776"/>
            <a:ext cx="5695851" cy="278199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4AD6C56-6EA7-AC3C-50FF-98F013740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171" y="2999047"/>
            <a:ext cx="2544642" cy="3135363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48652660-EC1F-3875-86D2-FA00BCC78E46}"/>
              </a:ext>
            </a:extLst>
          </p:cNvPr>
          <p:cNvSpPr/>
          <p:nvPr/>
        </p:nvSpPr>
        <p:spPr>
          <a:xfrm>
            <a:off x="4347555" y="5594802"/>
            <a:ext cx="239824" cy="1904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18DA1239-0C41-3AA7-1079-E92F4875080F}"/>
              </a:ext>
            </a:extLst>
          </p:cNvPr>
          <p:cNvSpPr/>
          <p:nvPr/>
        </p:nvSpPr>
        <p:spPr>
          <a:xfrm>
            <a:off x="8947171" y="5156298"/>
            <a:ext cx="239824" cy="1904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171EEB8B-9DE8-C5B8-0D02-48F2A4CAAAF7}"/>
              </a:ext>
            </a:extLst>
          </p:cNvPr>
          <p:cNvSpPr/>
          <p:nvPr/>
        </p:nvSpPr>
        <p:spPr>
          <a:xfrm>
            <a:off x="1798292" y="4888258"/>
            <a:ext cx="161337" cy="1351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1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20F45A1-1257-CC52-377A-D94E71FA6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547" y="1481328"/>
            <a:ext cx="1460112" cy="1460112"/>
          </a:xfrm>
          <a:prstGeom prst="rect">
            <a:avLst/>
          </a:prstGeom>
        </p:spPr>
      </p:pic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9303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86AAFE6-4742-851C-67D2-059CC84A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7" y="1280160"/>
            <a:ext cx="10718417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9204D0DB-7C97-6329-CEB5-D749C61D0294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L’elenco utenti mostra l’utente con il nuovo Access Role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3F2C8954-B08C-720D-7F8C-6F5031F65CDA}"/>
              </a:ext>
            </a:extLst>
          </p:cNvPr>
          <p:cNvSpPr/>
          <p:nvPr/>
        </p:nvSpPr>
        <p:spPr>
          <a:xfrm>
            <a:off x="4079097" y="5262132"/>
            <a:ext cx="212171" cy="186711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009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E53A-A91F-F9E5-0EF8-98D25F79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25CB5-08B1-02AF-90E5-A1CF945D4359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Administrator e Data Administrator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2370CE-1374-BBBF-BDBA-849570928614}"/>
              </a:ext>
            </a:extLst>
          </p:cNvPr>
          <p:cNvSpPr/>
          <p:nvPr/>
        </p:nvSpPr>
        <p:spPr>
          <a:xfrm>
            <a:off x="640080" y="1371600"/>
            <a:ext cx="5166360" cy="4023360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Administrator</a:t>
            </a: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Responsabile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dell'intera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piattaforma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Envizi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utenti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ruoli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Access Levels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Amministra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piattaforma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Può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svolgere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anche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tutte le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attività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 Data Administrator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61D5BB-E4BA-C56E-E360-3765DD97855C}"/>
              </a:ext>
            </a:extLst>
          </p:cNvPr>
          <p:cNvSpPr/>
          <p:nvPr/>
        </p:nvSpPr>
        <p:spPr>
          <a:xfrm>
            <a:off x="6309360" y="1371600"/>
            <a:ext cx="5166360" cy="4023360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 Administrator</a:t>
            </a: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16" b="1">
                <a:latin typeface="IBM Plex Sans"/>
              </a:defRPr>
            </a:pPr>
            <a:endParaRPr kumimoji="0" lang="it-IT" sz="1716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Responsabile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configurazione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dati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KPI e Data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Emission Factors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Utility Bill Analytics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Virtual Accounts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Survey e Organization Preferences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87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Non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utenti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ruoli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endParaRPr kumimoji="0" lang="it-IT" sz="12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2ED0E13B-C212-D828-3D71-21118992C953}"/>
              </a:ext>
            </a:extLst>
          </p:cNvPr>
          <p:cNvSpPr/>
          <p:nvPr/>
        </p:nvSpPr>
        <p:spPr>
          <a:xfrm>
            <a:off x="5760720" y="3108960"/>
            <a:ext cx="502920" cy="365760"/>
          </a:xfrm>
          <a:prstGeom prst="chevron">
            <a:avLst/>
          </a:prstGeom>
          <a:solidFill>
            <a:srgbClr val="505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4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86E1F-1767-86E0-2F70-B021FCF11EFC}"/>
              </a:ext>
            </a:extLst>
          </p:cNvPr>
          <p:cNvSpPr txBox="1"/>
          <p:nvPr/>
        </p:nvSpPr>
        <p:spPr>
          <a:xfrm>
            <a:off x="2377440" y="5596128"/>
            <a:ext cx="740664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14433A"/>
                </a:solidFill>
                <a:latin typeface="Calibri"/>
              </a:rPr>
              <a:t>L’Administrator comprende anche tutte le funzionalità del Data Administrator.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36FBBEA-B1B3-AF62-3DF2-A4FC352BB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074920"/>
            <a:ext cx="1188720" cy="118872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5DBA185-E7C1-DA3A-57D5-66C9FE25B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87477"/>
            <a:ext cx="1188720" cy="1163605"/>
          </a:xfrm>
          <a:prstGeom prst="rect">
            <a:avLst/>
          </a:prstGeom>
        </p:spPr>
      </p:pic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834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9CB1-DDEE-6ADF-EFE6-CB4DF2B9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965514-A72E-9CC7-5C4B-1B29473A5E10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Data Administrator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EE061D-B67C-0ADB-81A7-5A53C8F2D4C0}"/>
              </a:ext>
            </a:extLst>
          </p:cNvPr>
          <p:cNvSpPr/>
          <p:nvPr/>
        </p:nvSpPr>
        <p:spPr>
          <a:xfrm>
            <a:off x="640080" y="1371600"/>
            <a:ext cx="5166360" cy="4023360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Missione</a:t>
            </a: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Garantisce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corretta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configurazione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br>
              <a:rPr kumimoji="0" lang="it-IT" sz="12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</a:b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del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dati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Envizi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KPI e Data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Emission Factors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Virtual Accounts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Gestisce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Utility Bill Analytics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Survey e Program Settings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57A6F4-1BDD-AB5E-3474-A5338C77497A}"/>
              </a:ext>
            </a:extLst>
          </p:cNvPr>
          <p:cNvSpPr/>
          <p:nvPr/>
        </p:nvSpPr>
        <p:spPr>
          <a:xfrm>
            <a:off x="6309360" y="1371600"/>
            <a:ext cx="5166360" cy="4023360"/>
          </a:xfrm>
          <a:prstGeom prst="roundRect">
            <a:avLst/>
          </a:prstGeom>
          <a:solidFill>
            <a:srgbClr val="F5F5EF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274320" rIns="21945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 </a:t>
            </a: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è</a:t>
            </a: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err="1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responsabile</a:t>
            </a: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di</a:t>
            </a: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643" b="1">
                <a:latin typeface="IBM Plex Sans"/>
              </a:defRPr>
            </a:pPr>
            <a:endParaRPr kumimoji="0" lang="it-IT" sz="164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utenti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Ruoli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Access Levels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232">
                <a:latin typeface="IBM Plex Sans"/>
              </a:defRPr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della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piattaforma</a:t>
            </a:r>
            <a:endParaRPr kumimoji="0" lang="it-IT" sz="12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0960-A4DF-A7BE-6C25-44FAB8DB56C1}"/>
              </a:ext>
            </a:extLst>
          </p:cNvPr>
          <p:cNvSpPr txBox="1"/>
          <p:nvPr/>
        </p:nvSpPr>
        <p:spPr>
          <a:xfrm>
            <a:off x="2286000" y="5577840"/>
            <a:ext cx="868680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14433A"/>
                </a:solidFill>
                <a:latin typeface="Calibri"/>
              </a:rPr>
              <a:t>il Data Administrator governa i dati, non l'accesso alla piattaforma.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6604D86-6A45-3C9D-95A4-CABB0DDC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74920"/>
            <a:ext cx="1188720" cy="1188720"/>
          </a:xfrm>
          <a:prstGeom prst="rect">
            <a:avLst/>
          </a:prstGeom>
        </p:spPr>
      </p:pic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38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5EBB-5A61-E78A-28B5-27C96BFE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C78F052-0033-56E0-9EC5-BA90C3F1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937" y="1280160"/>
            <a:ext cx="9277076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27218EDD-6577-02EB-2274-C1CDAEDB855F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Data Administrator ha accesso a tab Admin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93F13A1-6F31-7E4F-EB12-7287ECD18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399" y="4419455"/>
            <a:ext cx="1605121" cy="1605121"/>
          </a:xfrm>
          <a:prstGeom prst="rect">
            <a:avLst/>
          </a:prstGeom>
        </p:spPr>
      </p:pic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9784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7AB59-30E9-BBFF-061D-F2CFAEB8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5053C2-8945-CF4C-9E87-AB9489BD562B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Attività tipiche del Data Administrator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A397EE-CFA2-8B55-C617-E0BF25D1EC7A}"/>
              </a:ext>
            </a:extLst>
          </p:cNvPr>
          <p:cNvGraphicFramePr>
            <a:graphicFrameLocks noGrp="1"/>
          </p:cNvGraphicFramePr>
          <p:nvPr/>
        </p:nvGraphicFramePr>
        <p:xfrm>
          <a:off x="1233057" y="1280160"/>
          <a:ext cx="6928130" cy="354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Attività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Data Model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Data Types, KPI, Ratios &amp; Rates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Emissioni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Custom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Organizzazione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Organization Preferences, Tags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Acquisizione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Survey Capture, Utility Bill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112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Calcoli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Virtual Accounts, Virtual Data Rules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116"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Building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5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Building Schedules,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9A1F65-19DA-7166-0DFB-E3229C5D04DD}"/>
              </a:ext>
            </a:extLst>
          </p:cNvPr>
          <p:cNvSpPr/>
          <p:nvPr/>
        </p:nvSpPr>
        <p:spPr>
          <a:xfrm>
            <a:off x="8397374" y="1280160"/>
            <a:ext cx="2204405" cy="3621522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2" b="1">
                <a:latin typeface="IBM Plex Sans"/>
              </a:defRPr>
            </a:pPr>
            <a:r>
              <a:rPr kumimoji="0" lang="it-IT" sz="1722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Esempio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91">
                <a:latin typeface="IBM Plex Sans"/>
              </a:defRPr>
            </a:pPr>
            <a:r>
              <a:rPr kumimoji="0" lang="it-IT" sz="1291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Nuovo KPI intensità energetica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91">
                <a:latin typeface="IBM Plex Sans"/>
              </a:defRPr>
            </a:pPr>
            <a:r>
              <a:rPr kumimoji="0" lang="it-IT" sz="1291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Definisce il calcolo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91">
                <a:latin typeface="IBM Plex Sans"/>
              </a:defRPr>
            </a:pPr>
            <a:r>
              <a:rPr kumimoji="0" lang="it-IT" sz="1291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Verifica disponibilità nei report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D3C1E02-CCC1-4868-A54E-55CC287BE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436" y="4429310"/>
            <a:ext cx="1715457" cy="1715457"/>
          </a:xfrm>
          <a:prstGeom prst="rect">
            <a:avLst/>
          </a:prstGeom>
        </p:spPr>
      </p:pic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003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E409-C902-D5E5-4195-1557B993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A658EEF-A337-2C08-6A63-6D5CC0C9A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53" y="1280160"/>
            <a:ext cx="9900444" cy="385590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00ECDF6-76CC-7253-0C2A-42D9EB0EF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289" y="4360797"/>
            <a:ext cx="1783970" cy="178397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4C92C478-6FE0-3B3B-D6EF-F4E38B637556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Data Administrator in Manage non ha accesso A Contacts&amp;Logins, non può dare accessi</a:t>
            </a:r>
          </a:p>
        </p:txBody>
      </p:sp>
      <p:sp>
        <p:nvSpPr>
          <p:cNvPr id="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7688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43BC-EB04-A6BB-B379-07451698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61014-A1BA-B154-D242-67B96BE683DD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Administrator vs Data Administrator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B0230C-815B-4B06-CCF2-447B0775F41F}"/>
              </a:ext>
            </a:extLst>
          </p:cNvPr>
          <p:cNvGraphicFramePr>
            <a:graphicFrameLocks noGrp="1"/>
          </p:cNvGraphicFramePr>
          <p:nvPr/>
        </p:nvGraphicFramePr>
        <p:xfrm>
          <a:off x="1368716" y="1280160"/>
          <a:ext cx="6361410" cy="37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Funzione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Administrator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Calibri"/>
                        </a:rPr>
                        <a:t>Data Administrator</a:t>
                      </a:r>
                    </a:p>
                  </a:txBody>
                  <a:tcPr>
                    <a:solidFill>
                      <a:srgbClr val="144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Utenti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 lang="it-IT">
                          <a:solidFill>
                            <a:srgbClr val="14433A"/>
                          </a:solidFill>
                          <a:latin typeface="Calibri"/>
                        </a:rPr>
                        <a:t>No</a:t>
                      </a:r>
                      <a:endParaRPr/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Ruoli e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 lang="it-IT">
                          <a:solidFill>
                            <a:srgbClr val="14433A"/>
                          </a:solidFill>
                          <a:latin typeface="Calibri"/>
                        </a:rPr>
                        <a:t>No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Access Levels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 lang="it-IT">
                          <a:solidFill>
                            <a:srgbClr val="14433A"/>
                          </a:solidFill>
                          <a:latin typeface="Calibri"/>
                        </a:rPr>
                        <a:t>No</a:t>
                      </a:r>
                      <a:endParaRPr/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Data Types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Emission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Survey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Virtual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200"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Utility Bill Analytics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46">
                          <a:latin typeface="IBM Plex Sans"/>
                        </a:defRPr>
                      </a:pPr>
                      <a:r>
                        <a:rPr>
                          <a:solidFill>
                            <a:srgbClr val="14433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843A7C-59F6-B115-25D9-B1A2596D6D2A}"/>
              </a:ext>
            </a:extLst>
          </p:cNvPr>
          <p:cNvSpPr/>
          <p:nvPr/>
        </p:nvSpPr>
        <p:spPr>
          <a:xfrm>
            <a:off x="7954647" y="1280160"/>
            <a:ext cx="2469724" cy="3742006"/>
          </a:xfrm>
          <a:prstGeom prst="roundRect">
            <a:avLst/>
          </a:prstGeom>
          <a:solidFill>
            <a:srgbClr val="F0F6F1"/>
          </a:solidFill>
          <a:ln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37" b="1">
                <a:latin typeface="IBM Plex Sans"/>
              </a:defRPr>
            </a:pPr>
            <a:r>
              <a:rPr kumimoji="0" lang="it-IT" sz="1637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Best Practice</a:t>
            </a:r>
            <a:endParaRPr kumimoji="0" lang="it-IT" sz="163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37" b="1">
                <a:latin typeface="IBM Plex Sans"/>
              </a:defRPr>
            </a:pPr>
            <a:endParaRPr kumimoji="0" lang="it-IT" sz="163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8">
                <a:latin typeface="IBM Plex Sans"/>
              </a:defRPr>
            </a:pP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Separare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sicurezza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configurazione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dati</a:t>
            </a:r>
            <a:endParaRPr kumimoji="0" lang="it-IT" sz="122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8">
                <a:latin typeface="IBM Plex Sans"/>
              </a:defRPr>
            </a:pP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Riduce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il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rischio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operativo</a:t>
            </a:r>
            <a:endParaRPr kumimoji="0" lang="it-IT" sz="122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8">
                <a:latin typeface="IBM Plex Sans"/>
              </a:defRPr>
            </a:pP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it-IT" sz="1228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Favorisce</a:t>
            </a:r>
            <a:r>
              <a:rPr kumimoji="0" lang="it-IT" sz="1228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audit e governance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058F8B2-456C-5E38-EFBE-59F7CBA27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509" y="4514041"/>
            <a:ext cx="1630726" cy="1630726"/>
          </a:xfrm>
          <a:prstGeom prst="rect">
            <a:avLst/>
          </a:prstGeom>
        </p:spPr>
      </p:pic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5213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FC8E-DEEB-7B20-2558-C1CD56460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01A7E1A-C91C-1F22-57B1-C4CF4CD157C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1345C3D-D50D-2245-A45F-7D6611EFC34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14606019-D581-9855-69A0-1A65E533938F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8FC7B9A4-A54F-AEF8-89FB-7C96D50D61A6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316CE3FA-7C44-4BD9-AC6D-CE2E02BA5693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B74FB060-F3D9-5736-3428-497D4890BA9E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Come l’utente Amministratore può </a:t>
            </a:r>
            <a:br>
              <a:rPr lang="it-IT"/>
            </a:br>
            <a:r>
              <a:rPr lang="it-IT" sz="2200" b="0">
                <a:solidFill>
                  <a:srgbClr val="5B6B70"/>
                </a:solidFill>
                <a:latin typeface="Calibri"/>
              </a:rPr>
              <a:t>dare diversi livelli di accesso per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segregare le viste dati in base</a:t>
            </a:r>
            <a:br>
              <a:rPr lang="it-IT"/>
            </a:br>
            <a:r>
              <a:rPr lang="it-IT" sz="2200" b="0">
                <a:solidFill>
                  <a:srgbClr val="5B6B70"/>
                </a:solidFill>
                <a:latin typeface="Calibri"/>
              </a:rPr>
              <a:t>alle responsabilità aziendali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SME Envizi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0718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DD66-220F-19DF-7DFF-D883C202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DD39ABF-3392-077A-DE53-BF96A9F6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69" y="1280160"/>
            <a:ext cx="9843812" cy="4864608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B6BF2126-F4BC-33B7-E829-551B8C482BA3}"/>
              </a:ext>
            </a:extLst>
          </p:cNvPr>
          <p:cNvSpPr/>
          <p:nvPr/>
        </p:nvSpPr>
        <p:spPr>
          <a:xfrm rot="5400000">
            <a:off x="5628673" y="3701217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Triangolo 6">
            <a:extLst>
              <a:ext uri="{FF2B5EF4-FFF2-40B4-BE49-F238E27FC236}">
                <a16:creationId xmlns:a16="http://schemas.microsoft.com/office/drawing/2014/main" id="{0F0F3780-FD33-6EB7-CD11-F4D1114E03CC}"/>
              </a:ext>
            </a:extLst>
          </p:cNvPr>
          <p:cNvSpPr/>
          <p:nvPr/>
        </p:nvSpPr>
        <p:spPr>
          <a:xfrm rot="5400000">
            <a:off x="5628673" y="4145330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094E9EE-5083-E997-C62F-DD10E40A3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61" y="4635819"/>
            <a:ext cx="1458663" cy="1427846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0F8AAEB9-96C8-CA62-F33B-A77D1AF79821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vede che tutti gli utenti hanno accesso a tutti i dati dell’organizzazione</a:t>
            </a:r>
          </a:p>
        </p:txBody>
      </p:sp>
      <p:sp>
        <p:nvSpPr>
          <p:cNvPr id="2" name="Triangolo 1">
            <a:extLst>
              <a:ext uri="{FF2B5EF4-FFF2-40B4-BE49-F238E27FC236}">
                <a16:creationId xmlns:a16="http://schemas.microsoft.com/office/drawing/2014/main" id="{21D9579D-7091-8935-3ECF-41A84E2470DD}"/>
              </a:ext>
            </a:extLst>
          </p:cNvPr>
          <p:cNvSpPr/>
          <p:nvPr/>
        </p:nvSpPr>
        <p:spPr>
          <a:xfrm rot="5400000">
            <a:off x="5608838" y="4737882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Triangolo 2">
            <a:extLst>
              <a:ext uri="{FF2B5EF4-FFF2-40B4-BE49-F238E27FC236}">
                <a16:creationId xmlns:a16="http://schemas.microsoft.com/office/drawing/2014/main" id="{6FE1C2A9-F2B1-2224-7ECD-9BA3752EFC97}"/>
              </a:ext>
            </a:extLst>
          </p:cNvPr>
          <p:cNvSpPr/>
          <p:nvPr/>
        </p:nvSpPr>
        <p:spPr>
          <a:xfrm rot="5400000">
            <a:off x="5608838" y="5181995"/>
            <a:ext cx="385862" cy="24073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316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F1EE-C234-D5FC-70BB-73BEEFD00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F1513-F6DC-3954-722D-238254795C3C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vista organization può essere corretta per alcuni ruoli ma in altri può creare problemi di complessità inutile e sicurezza.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C589C41-FA60-2009-B834-ABB94E8EB467}"/>
              </a:ext>
            </a:extLst>
          </p:cNvPr>
          <p:cNvSpPr/>
          <p:nvPr/>
        </p:nvSpPr>
        <p:spPr>
          <a:xfrm>
            <a:off x="653431" y="3700646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IBM Plex Sans" panose="020B050305020300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C4F6C4-40BA-7372-7C4C-F9B4E023BF12}"/>
              </a:ext>
            </a:extLst>
          </p:cNvPr>
          <p:cNvSpPr/>
          <p:nvPr/>
        </p:nvSpPr>
        <p:spPr>
          <a:xfrm>
            <a:off x="906174" y="3034449"/>
            <a:ext cx="61901" cy="137067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EF9751-92F0-181E-4885-69479E8BE170}"/>
              </a:ext>
            </a:extLst>
          </p:cNvPr>
          <p:cNvSpPr txBox="1"/>
          <p:nvPr/>
        </p:nvSpPr>
        <p:spPr>
          <a:xfrm>
            <a:off x="1100721" y="3146362"/>
            <a:ext cx="1253741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Administrator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AD4C50-263F-47B3-0CB9-7E252B6E3C25}"/>
              </a:ext>
            </a:extLst>
          </p:cNvPr>
          <p:cNvSpPr txBox="1"/>
          <p:nvPr/>
        </p:nvSpPr>
        <p:spPr>
          <a:xfrm>
            <a:off x="1100721" y="3548313"/>
            <a:ext cx="1988969" cy="714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Configura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governa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endParaRPr lang="it-IT" sz="1354" b="0">
              <a:solidFill>
                <a:srgbClr val="5B6B70"/>
              </a:solidFill>
              <a:latin typeface="IBM Plex Sans" panose="020B0503050203000203" pitchFamily="34" charset="0"/>
            </a:endParaRPr>
          </a:p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piattaforma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,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utenti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accessi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D2F9A3-0F11-0FA4-1789-B9C757C88FE2}"/>
              </a:ext>
            </a:extLst>
          </p:cNvPr>
          <p:cNvSpPr/>
          <p:nvPr/>
        </p:nvSpPr>
        <p:spPr>
          <a:xfrm>
            <a:off x="3647520" y="3034449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FB8307-C511-E889-5448-1B9622CAA6F6}"/>
              </a:ext>
            </a:extLst>
          </p:cNvPr>
          <p:cNvSpPr/>
          <p:nvPr/>
        </p:nvSpPr>
        <p:spPr>
          <a:xfrm>
            <a:off x="3647520" y="3034449"/>
            <a:ext cx="61901" cy="137067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4D9C18-BF23-3F51-E6D6-5EC9B66C5F22}"/>
              </a:ext>
            </a:extLst>
          </p:cNvPr>
          <p:cNvSpPr txBox="1"/>
          <p:nvPr/>
        </p:nvSpPr>
        <p:spPr>
          <a:xfrm>
            <a:off x="3842067" y="3146362"/>
            <a:ext cx="1184042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General User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2B110C-A2F0-ECFF-6CEA-34B7493482AC}"/>
              </a:ext>
            </a:extLst>
          </p:cNvPr>
          <p:cNvSpPr txBox="1"/>
          <p:nvPr/>
        </p:nvSpPr>
        <p:spPr>
          <a:xfrm>
            <a:off x="3842067" y="3548313"/>
            <a:ext cx="2279665" cy="714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Opera sui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dati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utilizza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le </a:t>
            </a:r>
            <a:endParaRPr lang="it-IT" sz="1354" b="0">
              <a:solidFill>
                <a:srgbClr val="5B6B70"/>
              </a:solidFill>
              <a:latin typeface="IBM Plex Sans" panose="020B0503050203000203" pitchFamily="34" charset="0"/>
            </a:endParaRPr>
          </a:p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funzioni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necessarie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alle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attività</a:t>
            </a:r>
            <a:r>
              <a:rPr lang="it-IT" sz="1354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assegnate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1ADEFF1-4B8C-DF28-4196-2E887552ACB9}"/>
              </a:ext>
            </a:extLst>
          </p:cNvPr>
          <p:cNvSpPr/>
          <p:nvPr/>
        </p:nvSpPr>
        <p:spPr>
          <a:xfrm>
            <a:off x="6388865" y="3034449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7263C7-F80E-666F-4CC1-4137DD354805}"/>
              </a:ext>
            </a:extLst>
          </p:cNvPr>
          <p:cNvSpPr/>
          <p:nvPr/>
        </p:nvSpPr>
        <p:spPr>
          <a:xfrm>
            <a:off x="6388865" y="3034449"/>
            <a:ext cx="61901" cy="137067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CC07BD-5ED9-E292-A9C9-47321F544A34}"/>
              </a:ext>
            </a:extLst>
          </p:cNvPr>
          <p:cNvSpPr txBox="1"/>
          <p:nvPr/>
        </p:nvSpPr>
        <p:spPr>
          <a:xfrm>
            <a:off x="6583411" y="3146362"/>
            <a:ext cx="1368131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Read Only User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1204A6-5028-045D-4005-3B12E4D3160F}"/>
              </a:ext>
            </a:extLst>
          </p:cNvPr>
          <p:cNvSpPr txBox="1"/>
          <p:nvPr/>
        </p:nvSpPr>
        <p:spPr>
          <a:xfrm>
            <a:off x="6583411" y="3444137"/>
            <a:ext cx="1975028" cy="922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Consulta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informazioni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 </a:t>
            </a:r>
            <a:r>
              <a:rPr lang="it-IT" sz="1354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risultati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per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decision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making </a:t>
            </a:r>
            <a:br>
              <a:rPr lang="it-IT" sz="1354" b="0">
                <a:solidFill>
                  <a:srgbClr val="5B6B70"/>
                </a:solidFill>
                <a:latin typeface="IBM Plex Sans" panose="020B0503050203000203" pitchFamily="34" charset="0"/>
              </a:rPr>
            </a:b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senza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modificare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dati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1E9FADD-429C-0077-51B4-D3832B8519D1}"/>
              </a:ext>
            </a:extLst>
          </p:cNvPr>
          <p:cNvSpPr/>
          <p:nvPr/>
        </p:nvSpPr>
        <p:spPr>
          <a:xfrm>
            <a:off x="9130211" y="3034449"/>
            <a:ext cx="2405309" cy="137067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D18761-5543-9D20-2965-12311E58BE0E}"/>
              </a:ext>
            </a:extLst>
          </p:cNvPr>
          <p:cNvSpPr/>
          <p:nvPr/>
        </p:nvSpPr>
        <p:spPr>
          <a:xfrm>
            <a:off x="9130211" y="3034449"/>
            <a:ext cx="61901" cy="1370672"/>
          </a:xfrm>
          <a:prstGeom prst="rect">
            <a:avLst/>
          </a:prstGeom>
          <a:solidFill>
            <a:srgbClr val="198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" panose="020B050305020300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0726E5-6D94-DC2D-B12E-B29C165C88EE}"/>
              </a:ext>
            </a:extLst>
          </p:cNvPr>
          <p:cNvSpPr txBox="1"/>
          <p:nvPr/>
        </p:nvSpPr>
        <p:spPr>
          <a:xfrm>
            <a:off x="9324758" y="3146362"/>
            <a:ext cx="769570" cy="3155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451" b="1">
                <a:solidFill>
                  <a:srgbClr val="14433A"/>
                </a:solidFill>
                <a:latin typeface="Calibri" panose="020B0503050203000203" pitchFamily="34" charset="0"/>
              </a:rPr>
              <a:t>Auditor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270466-3490-9C41-CB4F-EFDEC8F23C0E}"/>
              </a:ext>
            </a:extLst>
          </p:cNvPr>
          <p:cNvSpPr txBox="1"/>
          <p:nvPr/>
        </p:nvSpPr>
        <p:spPr>
          <a:xfrm>
            <a:off x="9324758" y="3444137"/>
            <a:ext cx="1929397" cy="922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Accede alle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informazioni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ed </a:t>
            </a:r>
            <a:endParaRPr lang="it-IT" sz="1354" b="0">
              <a:solidFill>
                <a:srgbClr val="5B6B70"/>
              </a:solidFill>
              <a:latin typeface="IBM Plex Sans" panose="020B0503050203000203" pitchFamily="34" charset="0"/>
            </a:endParaRPr>
          </a:p>
          <a:p>
            <a:pPr algn="l"/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evidenze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necessarie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alle </a:t>
            </a:r>
            <a:r>
              <a:rPr lang="it-IT" sz="1354">
                <a:solidFill>
                  <a:srgbClr val="5B6B70"/>
                </a:solidFill>
                <a:latin typeface="Calibri" panose="020B0503050203000203" pitchFamily="34" charset="0"/>
              </a:rPr>
              <a:t>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attività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 di </a:t>
            </a:r>
            <a:r>
              <a:rPr lang="it-IT" sz="1354" b="0" err="1">
                <a:solidFill>
                  <a:srgbClr val="5B6B70"/>
                </a:solidFill>
                <a:latin typeface="Calibri" panose="020B0503050203000203" pitchFamily="34" charset="0"/>
              </a:rPr>
              <a:t>verifica</a:t>
            </a:r>
            <a:r>
              <a:rPr lang="it-IT" sz="1354" b="0">
                <a:solidFill>
                  <a:srgbClr val="5B6B70"/>
                </a:solidFill>
                <a:latin typeface="Calibri" panose="020B0503050203000203" pitchFamily="34" charset="0"/>
              </a:rPr>
              <a:t>.</a:t>
            </a:r>
          </a:p>
        </p:txBody>
      </p:sp>
      <p:pic>
        <p:nvPicPr>
          <p:cNvPr id="41" name="Picture 13" descr="CHRO">
            <a:extLst>
              <a:ext uri="{FF2B5EF4-FFF2-40B4-BE49-F238E27FC236}">
                <a16:creationId xmlns:a16="http://schemas.microsoft.com/office/drawing/2014/main" id="{7915A532-D8FA-DDE3-D5B8-07285B48D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090" y="1619141"/>
            <a:ext cx="1273711" cy="127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1" descr="CEO">
            <a:extLst>
              <a:ext uri="{FF2B5EF4-FFF2-40B4-BE49-F238E27FC236}">
                <a16:creationId xmlns:a16="http://schemas.microsoft.com/office/drawing/2014/main" id="{FA19726F-4320-DC28-44E9-FBB09EBB8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718" y="1563846"/>
            <a:ext cx="1384300" cy="138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2" descr="IT">
            <a:extLst>
              <a:ext uri="{FF2B5EF4-FFF2-40B4-BE49-F238E27FC236}">
                <a16:creationId xmlns:a16="http://schemas.microsoft.com/office/drawing/2014/main" id="{876A3569-9BDA-F626-E3E4-E45CA1D2E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848" y="1549440"/>
            <a:ext cx="1379595" cy="1379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3" descr="Admin">
            <a:extLst>
              <a:ext uri="{FF2B5EF4-FFF2-40B4-BE49-F238E27FC236}">
                <a16:creationId xmlns:a16="http://schemas.microsoft.com/office/drawing/2014/main" id="{E6ABFEB4-375D-3F06-8110-22B00EF00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268" y="1481328"/>
            <a:ext cx="1490394" cy="149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9">
            <a:extLst>
              <a:ext uri="{FF2B5EF4-FFF2-40B4-BE49-F238E27FC236}">
                <a16:creationId xmlns:a16="http://schemas.microsoft.com/office/drawing/2014/main" id="{A2EA29DA-B161-C711-50DF-17BA09E72BA2}"/>
              </a:ext>
            </a:extLst>
          </p:cNvPr>
          <p:cNvSpPr txBox="1"/>
          <p:nvPr/>
        </p:nvSpPr>
        <p:spPr>
          <a:xfrm>
            <a:off x="815156" y="4836379"/>
            <a:ext cx="2279665" cy="982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Organization</a:t>
            </a:r>
            <a:br>
              <a:rPr lang="it-IT" sz="1934" b="1">
                <a:solidFill>
                  <a:srgbClr val="5B6B70"/>
                </a:solidFill>
                <a:latin typeface="IBM Plex Sans" panose="020B0503050203000203" pitchFamily="34" charset="0"/>
              </a:rPr>
            </a:br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(sempre)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29">
            <a:extLst>
              <a:ext uri="{FF2B5EF4-FFF2-40B4-BE49-F238E27FC236}">
                <a16:creationId xmlns:a16="http://schemas.microsoft.com/office/drawing/2014/main" id="{C409E4CB-F4B3-86C1-4618-AD7253482958}"/>
              </a:ext>
            </a:extLst>
          </p:cNvPr>
          <p:cNvSpPr txBox="1"/>
          <p:nvPr/>
        </p:nvSpPr>
        <p:spPr>
          <a:xfrm>
            <a:off x="6514509" y="4836379"/>
            <a:ext cx="2279665" cy="982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Organization</a:t>
            </a:r>
          </a:p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(prevalente)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9" name="TextBox 29">
            <a:extLst>
              <a:ext uri="{FF2B5EF4-FFF2-40B4-BE49-F238E27FC236}">
                <a16:creationId xmlns:a16="http://schemas.microsoft.com/office/drawing/2014/main" id="{91D1B971-134D-72E9-F362-303B5C258C2F}"/>
              </a:ext>
            </a:extLst>
          </p:cNvPr>
          <p:cNvSpPr txBox="1"/>
          <p:nvPr/>
        </p:nvSpPr>
        <p:spPr>
          <a:xfrm>
            <a:off x="9130211" y="4836379"/>
            <a:ext cx="2279665" cy="982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Organization</a:t>
            </a:r>
          </a:p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(prevalente)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0C62AFD5-6030-2F6B-49EB-87A4EB38A52D}"/>
              </a:ext>
            </a:extLst>
          </p:cNvPr>
          <p:cNvSpPr txBox="1"/>
          <p:nvPr/>
        </p:nvSpPr>
        <p:spPr>
          <a:xfrm>
            <a:off x="3842067" y="4864886"/>
            <a:ext cx="2279665" cy="12798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1934" b="1">
                <a:solidFill>
                  <a:srgbClr val="5B6B70"/>
                </a:solidFill>
                <a:latin typeface="Calibri" panose="020B0503050203000203" pitchFamily="34" charset="0"/>
              </a:rPr>
              <a:t>Access Level Segregato per responsabilità aziendale</a:t>
            </a:r>
            <a:endParaRPr lang="it-IT" sz="1934" b="1">
              <a:solidFill>
                <a:srgbClr val="5B6B70"/>
              </a:solidFill>
              <a:latin typeface="IBM Plex Sans" panose="020B0503050203000203" pitchFamily="34" charset="0"/>
            </a:endParaRPr>
          </a:p>
        </p:txBody>
      </p:sp>
      <p:sp>
        <p:nvSpPr>
          <p:cNvPr id="4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9067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20FA-163D-8422-6B50-C2EEC8BD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B106D-3860-1D3C-2DE2-C897C5119E3D}"/>
              </a:ext>
            </a:extLst>
          </p:cNvPr>
          <p:cNvSpPr txBox="1"/>
          <p:nvPr/>
        </p:nvSpPr>
        <p:spPr>
          <a:xfrm>
            <a:off x="1184612" y="1271216"/>
            <a:ext cx="4071949" cy="2377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945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945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4EA02-290C-7E43-9E08-EFFAD6057A7E}"/>
              </a:ext>
            </a:extLst>
          </p:cNvPr>
          <p:cNvSpPr txBox="1"/>
          <p:nvPr/>
        </p:nvSpPr>
        <p:spPr>
          <a:xfrm>
            <a:off x="1808238" y="1528064"/>
            <a:ext cx="92044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5772B-6E15-0F1A-7AA8-3FA9F4B2E0AD}"/>
              </a:ext>
            </a:extLst>
          </p:cNvPr>
          <p:cNvSpPr txBox="1"/>
          <p:nvPr/>
        </p:nvSpPr>
        <p:spPr>
          <a:xfrm>
            <a:off x="3771356" y="1528064"/>
            <a:ext cx="92044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BCAAD-2690-A6B2-6F8F-676C787A0641}"/>
              </a:ext>
            </a:extLst>
          </p:cNvPr>
          <p:cNvSpPr txBox="1"/>
          <p:nvPr/>
        </p:nvSpPr>
        <p:spPr>
          <a:xfrm>
            <a:off x="5813000" y="1528064"/>
            <a:ext cx="92044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D55D0-CC73-0CCB-CF5D-11B43496E13F}"/>
              </a:ext>
            </a:extLst>
          </p:cNvPr>
          <p:cNvSpPr txBox="1"/>
          <p:nvPr/>
        </p:nvSpPr>
        <p:spPr>
          <a:xfrm>
            <a:off x="8947216" y="1470205"/>
            <a:ext cx="659155" cy="2245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59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13BD70-3851-F2E4-F472-BD25EB57F0BD}"/>
              </a:ext>
            </a:extLst>
          </p:cNvPr>
          <p:cNvSpPr/>
          <p:nvPr/>
        </p:nvSpPr>
        <p:spPr>
          <a:xfrm>
            <a:off x="1502844" y="2980220"/>
            <a:ext cx="1531232" cy="565378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116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116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21A380-4CD7-638D-889D-6B457E00F3DA}"/>
              </a:ext>
            </a:extLst>
          </p:cNvPr>
          <p:cNvSpPr/>
          <p:nvPr/>
        </p:nvSpPr>
        <p:spPr>
          <a:xfrm>
            <a:off x="3465963" y="1998661"/>
            <a:ext cx="1452707" cy="455443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1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DCC1C9-C377-365F-FB2D-7F7A2F50EAA4}"/>
              </a:ext>
            </a:extLst>
          </p:cNvPr>
          <p:cNvSpPr/>
          <p:nvPr/>
        </p:nvSpPr>
        <p:spPr>
          <a:xfrm>
            <a:off x="3465963" y="3412106"/>
            <a:ext cx="1452707" cy="455443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1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83E319-73B0-3BD3-4A2C-AE5BDB1E78B5}"/>
              </a:ext>
            </a:extLst>
          </p:cNvPr>
          <p:cNvSpPr/>
          <p:nvPr/>
        </p:nvSpPr>
        <p:spPr>
          <a:xfrm>
            <a:off x="3465963" y="4982601"/>
            <a:ext cx="1452707" cy="455443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1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BF6E48F-586E-752C-29D7-6ADABECDA855}"/>
              </a:ext>
            </a:extLst>
          </p:cNvPr>
          <p:cNvCxnSpPr/>
          <p:nvPr/>
        </p:nvCxnSpPr>
        <p:spPr>
          <a:xfrm>
            <a:off x="3034077" y="3262909"/>
            <a:ext cx="19631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21FC9A65-F1C2-60D6-B178-D90CD64D4E95}"/>
              </a:ext>
            </a:extLst>
          </p:cNvPr>
          <p:cNvCxnSpPr/>
          <p:nvPr/>
        </p:nvCxnSpPr>
        <p:spPr>
          <a:xfrm>
            <a:off x="3230389" y="2226383"/>
            <a:ext cx="0" cy="29839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90758F14-81E8-5530-1405-E4BB2FBB1FE7}"/>
              </a:ext>
            </a:extLst>
          </p:cNvPr>
          <p:cNvCxnSpPr/>
          <p:nvPr/>
        </p:nvCxnSpPr>
        <p:spPr>
          <a:xfrm>
            <a:off x="3230389" y="2226383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F2CE8A28-5560-FB91-6DA4-B3D132292F58}"/>
              </a:ext>
            </a:extLst>
          </p:cNvPr>
          <p:cNvCxnSpPr/>
          <p:nvPr/>
        </p:nvCxnSpPr>
        <p:spPr>
          <a:xfrm>
            <a:off x="3034077" y="3262909"/>
            <a:ext cx="19631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1027052B-5204-C699-FE45-1262CD9AC346}"/>
              </a:ext>
            </a:extLst>
          </p:cNvPr>
          <p:cNvCxnSpPr/>
          <p:nvPr/>
        </p:nvCxnSpPr>
        <p:spPr>
          <a:xfrm>
            <a:off x="3230389" y="2226383"/>
            <a:ext cx="0" cy="29839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A2EB5B21-784B-D3A0-52CB-3D7ADEC119D5}"/>
              </a:ext>
            </a:extLst>
          </p:cNvPr>
          <p:cNvCxnSpPr/>
          <p:nvPr/>
        </p:nvCxnSpPr>
        <p:spPr>
          <a:xfrm>
            <a:off x="3230389" y="3639828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5F81D771-73A1-427E-6591-ECF91DA59A4D}"/>
              </a:ext>
            </a:extLst>
          </p:cNvPr>
          <p:cNvCxnSpPr/>
          <p:nvPr/>
        </p:nvCxnSpPr>
        <p:spPr>
          <a:xfrm>
            <a:off x="3034077" y="3262909"/>
            <a:ext cx="19631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2AE658D0-6A75-CD96-1006-8AA7720AAA38}"/>
              </a:ext>
            </a:extLst>
          </p:cNvPr>
          <p:cNvCxnSpPr/>
          <p:nvPr/>
        </p:nvCxnSpPr>
        <p:spPr>
          <a:xfrm>
            <a:off x="3230389" y="2226383"/>
            <a:ext cx="0" cy="29839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D89BE49-C1B0-25FD-F627-4A7E6EFE0F14}"/>
              </a:ext>
            </a:extLst>
          </p:cNvPr>
          <p:cNvCxnSpPr/>
          <p:nvPr/>
        </p:nvCxnSpPr>
        <p:spPr>
          <a:xfrm>
            <a:off x="3230389" y="5210323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E8D92A1-6CDA-50F9-203B-A68199CA5C6A}"/>
              </a:ext>
            </a:extLst>
          </p:cNvPr>
          <p:cNvSpPr/>
          <p:nvPr/>
        </p:nvSpPr>
        <p:spPr>
          <a:xfrm>
            <a:off x="5374114" y="1763087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E3997D8E-8330-5205-2831-EB0A73B96E9A}"/>
              </a:ext>
            </a:extLst>
          </p:cNvPr>
          <p:cNvCxnSpPr/>
          <p:nvPr/>
        </p:nvCxnSpPr>
        <p:spPr>
          <a:xfrm>
            <a:off x="4918671" y="222638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648E28F4-1729-7D90-EB4D-3E4419EFA400}"/>
              </a:ext>
            </a:extLst>
          </p:cNvPr>
          <p:cNvCxnSpPr/>
          <p:nvPr/>
        </p:nvCxnSpPr>
        <p:spPr>
          <a:xfrm flipV="1">
            <a:off x="5138540" y="1951546"/>
            <a:ext cx="0" cy="2748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6050398-21AB-659C-A38B-53344B614DD0}"/>
              </a:ext>
            </a:extLst>
          </p:cNvPr>
          <p:cNvCxnSpPr/>
          <p:nvPr/>
        </p:nvCxnSpPr>
        <p:spPr>
          <a:xfrm>
            <a:off x="5138540" y="1951546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A247AA4D-70ED-6A2F-5F4C-F8927CF8A085}"/>
              </a:ext>
            </a:extLst>
          </p:cNvPr>
          <p:cNvCxnSpPr/>
          <p:nvPr/>
        </p:nvCxnSpPr>
        <p:spPr>
          <a:xfrm>
            <a:off x="7164479" y="1951546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10C88D1D-BA93-370F-0038-8A76173061CD}"/>
              </a:ext>
            </a:extLst>
          </p:cNvPr>
          <p:cNvCxnSpPr/>
          <p:nvPr/>
        </p:nvCxnSpPr>
        <p:spPr>
          <a:xfrm>
            <a:off x="7337233" y="1621742"/>
            <a:ext cx="0" cy="65960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5E5860D8-2675-79A1-B7C7-915926D3864D}"/>
              </a:ext>
            </a:extLst>
          </p:cNvPr>
          <p:cNvCxnSpPr/>
          <p:nvPr/>
        </p:nvCxnSpPr>
        <p:spPr>
          <a:xfrm>
            <a:off x="7337233" y="1621742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D102E31-D909-A333-06EA-EDA3282E0BA5}"/>
              </a:ext>
            </a:extLst>
          </p:cNvPr>
          <p:cNvSpPr/>
          <p:nvPr/>
        </p:nvSpPr>
        <p:spPr>
          <a:xfrm>
            <a:off x="7549250" y="1488250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CF9EFA72-06BA-4CA0-3683-33DB92E9BEC3}"/>
              </a:ext>
            </a:extLst>
          </p:cNvPr>
          <p:cNvCxnSpPr/>
          <p:nvPr/>
        </p:nvCxnSpPr>
        <p:spPr>
          <a:xfrm>
            <a:off x="7164479" y="1951546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20C1D9F5-8CB7-1A30-BF51-07FD70262ABE}"/>
              </a:ext>
            </a:extLst>
          </p:cNvPr>
          <p:cNvCxnSpPr/>
          <p:nvPr/>
        </p:nvCxnSpPr>
        <p:spPr>
          <a:xfrm>
            <a:off x="7337233" y="1621742"/>
            <a:ext cx="0" cy="65960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50461202-EE93-E48D-9FAB-165BCF00300E}"/>
              </a:ext>
            </a:extLst>
          </p:cNvPr>
          <p:cNvCxnSpPr/>
          <p:nvPr/>
        </p:nvCxnSpPr>
        <p:spPr>
          <a:xfrm>
            <a:off x="7337233" y="1951546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AB8E475-7179-D392-451D-FD00F7B0F947}"/>
              </a:ext>
            </a:extLst>
          </p:cNvPr>
          <p:cNvSpPr/>
          <p:nvPr/>
        </p:nvSpPr>
        <p:spPr>
          <a:xfrm>
            <a:off x="7549250" y="1818054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1E852DEA-83AE-A168-9A0B-7672C4C715F0}"/>
              </a:ext>
            </a:extLst>
          </p:cNvPr>
          <p:cNvCxnSpPr/>
          <p:nvPr/>
        </p:nvCxnSpPr>
        <p:spPr>
          <a:xfrm>
            <a:off x="7164479" y="1951546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D968138F-D90C-7513-1EB8-9748D0402BFE}"/>
              </a:ext>
            </a:extLst>
          </p:cNvPr>
          <p:cNvCxnSpPr/>
          <p:nvPr/>
        </p:nvCxnSpPr>
        <p:spPr>
          <a:xfrm>
            <a:off x="7337233" y="1621742"/>
            <a:ext cx="0" cy="65960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6092F2E4-4C69-3B84-5EFA-B51DE01E5D3F}"/>
              </a:ext>
            </a:extLst>
          </p:cNvPr>
          <p:cNvCxnSpPr/>
          <p:nvPr/>
        </p:nvCxnSpPr>
        <p:spPr>
          <a:xfrm>
            <a:off x="7337233" y="2281350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D5AB74F-5707-E9A1-4424-D1230CE390F8}"/>
              </a:ext>
            </a:extLst>
          </p:cNvPr>
          <p:cNvSpPr/>
          <p:nvPr/>
        </p:nvSpPr>
        <p:spPr>
          <a:xfrm>
            <a:off x="7549250" y="2147858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E4D8809-BC40-52DF-5049-623C3CBF133C}"/>
              </a:ext>
            </a:extLst>
          </p:cNvPr>
          <p:cNvSpPr/>
          <p:nvPr/>
        </p:nvSpPr>
        <p:spPr>
          <a:xfrm>
            <a:off x="5374114" y="2862433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00032E12-6D58-A772-6AEE-5A886D764BAA}"/>
              </a:ext>
            </a:extLst>
          </p:cNvPr>
          <p:cNvCxnSpPr/>
          <p:nvPr/>
        </p:nvCxnSpPr>
        <p:spPr>
          <a:xfrm>
            <a:off x="4918671" y="222638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5196EDDE-27F9-4F41-1F16-5BC128DF6E2B}"/>
              </a:ext>
            </a:extLst>
          </p:cNvPr>
          <p:cNvCxnSpPr/>
          <p:nvPr/>
        </p:nvCxnSpPr>
        <p:spPr>
          <a:xfrm>
            <a:off x="5138540" y="2226383"/>
            <a:ext cx="0" cy="82450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CFEF2CD-FBA2-C91B-59B5-296176E8E64E}"/>
              </a:ext>
            </a:extLst>
          </p:cNvPr>
          <p:cNvCxnSpPr/>
          <p:nvPr/>
        </p:nvCxnSpPr>
        <p:spPr>
          <a:xfrm>
            <a:off x="5138540" y="3050893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BD5C3952-6D2F-FF8C-CD1D-6CCE3089435A}"/>
              </a:ext>
            </a:extLst>
          </p:cNvPr>
          <p:cNvCxnSpPr/>
          <p:nvPr/>
        </p:nvCxnSpPr>
        <p:spPr>
          <a:xfrm>
            <a:off x="7164479" y="3050893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3DA9FBC4-E734-0C66-7A0A-67C2A914FE6A}"/>
              </a:ext>
            </a:extLst>
          </p:cNvPr>
          <p:cNvCxnSpPr/>
          <p:nvPr/>
        </p:nvCxnSpPr>
        <p:spPr>
          <a:xfrm>
            <a:off x="7337233" y="2885991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5C769402-2939-070D-89EA-4B7492DF7821}"/>
              </a:ext>
            </a:extLst>
          </p:cNvPr>
          <p:cNvCxnSpPr/>
          <p:nvPr/>
        </p:nvCxnSpPr>
        <p:spPr>
          <a:xfrm>
            <a:off x="7337233" y="2885991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A671F60-5D7C-1058-0816-CD665D9EEE09}"/>
              </a:ext>
            </a:extLst>
          </p:cNvPr>
          <p:cNvSpPr/>
          <p:nvPr/>
        </p:nvSpPr>
        <p:spPr>
          <a:xfrm>
            <a:off x="7549250" y="2752498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481F993A-E3B8-8909-160A-74529CD57958}"/>
              </a:ext>
            </a:extLst>
          </p:cNvPr>
          <p:cNvCxnSpPr/>
          <p:nvPr/>
        </p:nvCxnSpPr>
        <p:spPr>
          <a:xfrm>
            <a:off x="7164479" y="3050893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EC865F85-317F-420E-B096-1424B9D432C2}"/>
              </a:ext>
            </a:extLst>
          </p:cNvPr>
          <p:cNvCxnSpPr/>
          <p:nvPr/>
        </p:nvCxnSpPr>
        <p:spPr>
          <a:xfrm>
            <a:off x="7337233" y="2885991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B2FC006B-E97E-AA92-47EB-F81FCD245F2B}"/>
              </a:ext>
            </a:extLst>
          </p:cNvPr>
          <p:cNvCxnSpPr/>
          <p:nvPr/>
        </p:nvCxnSpPr>
        <p:spPr>
          <a:xfrm>
            <a:off x="7337233" y="3215794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D9AD397-9EEE-548A-67D2-757659ABFC9A}"/>
              </a:ext>
            </a:extLst>
          </p:cNvPr>
          <p:cNvSpPr/>
          <p:nvPr/>
        </p:nvSpPr>
        <p:spPr>
          <a:xfrm>
            <a:off x="7549250" y="3082302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1DE7D7C-CC0C-E74D-47BB-E87A21563C18}"/>
              </a:ext>
            </a:extLst>
          </p:cNvPr>
          <p:cNvSpPr/>
          <p:nvPr/>
        </p:nvSpPr>
        <p:spPr>
          <a:xfrm>
            <a:off x="5374114" y="3726205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9F3EED5E-018C-6807-E274-A36738C8BF7C}"/>
              </a:ext>
            </a:extLst>
          </p:cNvPr>
          <p:cNvCxnSpPr/>
          <p:nvPr/>
        </p:nvCxnSpPr>
        <p:spPr>
          <a:xfrm>
            <a:off x="4918671" y="3639828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509F007E-0BED-51E3-74F9-1406CF6DC2F0}"/>
              </a:ext>
            </a:extLst>
          </p:cNvPr>
          <p:cNvCxnSpPr/>
          <p:nvPr/>
        </p:nvCxnSpPr>
        <p:spPr>
          <a:xfrm>
            <a:off x="5138540" y="3639828"/>
            <a:ext cx="0" cy="2748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47A39136-B112-B1B2-36AB-B6F939C1DB90}"/>
              </a:ext>
            </a:extLst>
          </p:cNvPr>
          <p:cNvCxnSpPr/>
          <p:nvPr/>
        </p:nvCxnSpPr>
        <p:spPr>
          <a:xfrm>
            <a:off x="5138540" y="3914665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2EA826FB-05D3-C33E-3925-977654E7A420}"/>
              </a:ext>
            </a:extLst>
          </p:cNvPr>
          <p:cNvCxnSpPr/>
          <p:nvPr/>
        </p:nvCxnSpPr>
        <p:spPr>
          <a:xfrm>
            <a:off x="7164479" y="3914665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1049394E-3E0E-42FA-FFD6-BFCEF22074D3}"/>
              </a:ext>
            </a:extLst>
          </p:cNvPr>
          <p:cNvCxnSpPr/>
          <p:nvPr/>
        </p:nvCxnSpPr>
        <p:spPr>
          <a:xfrm>
            <a:off x="7337233" y="3749763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0C81B852-A504-4DEB-26F7-F11D3EC90439}"/>
              </a:ext>
            </a:extLst>
          </p:cNvPr>
          <p:cNvCxnSpPr/>
          <p:nvPr/>
        </p:nvCxnSpPr>
        <p:spPr>
          <a:xfrm>
            <a:off x="7337233" y="3749763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A00A005-ED83-7C5F-E554-2F277022ECB0}"/>
              </a:ext>
            </a:extLst>
          </p:cNvPr>
          <p:cNvSpPr/>
          <p:nvPr/>
        </p:nvSpPr>
        <p:spPr>
          <a:xfrm>
            <a:off x="7549250" y="3616271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88038EB9-5C40-D23A-5884-94CC96A88F78}"/>
              </a:ext>
            </a:extLst>
          </p:cNvPr>
          <p:cNvCxnSpPr/>
          <p:nvPr/>
        </p:nvCxnSpPr>
        <p:spPr>
          <a:xfrm>
            <a:off x="7164479" y="3914665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0AC82975-1EFF-66BB-7BCB-49B1982A92A6}"/>
              </a:ext>
            </a:extLst>
          </p:cNvPr>
          <p:cNvCxnSpPr/>
          <p:nvPr/>
        </p:nvCxnSpPr>
        <p:spPr>
          <a:xfrm>
            <a:off x="7337233" y="3749763"/>
            <a:ext cx="0" cy="3298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E7B6D907-AC9C-C3FD-B873-454341B71021}"/>
              </a:ext>
            </a:extLst>
          </p:cNvPr>
          <p:cNvCxnSpPr/>
          <p:nvPr/>
        </p:nvCxnSpPr>
        <p:spPr>
          <a:xfrm>
            <a:off x="7337233" y="4079567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874D4A36-25D6-5267-A5B1-F9546D16069C}"/>
              </a:ext>
            </a:extLst>
          </p:cNvPr>
          <p:cNvSpPr/>
          <p:nvPr/>
        </p:nvSpPr>
        <p:spPr>
          <a:xfrm>
            <a:off x="7549250" y="3946075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0129D33-CA26-628D-1AC3-92243BCE73EB}"/>
              </a:ext>
            </a:extLst>
          </p:cNvPr>
          <p:cNvSpPr/>
          <p:nvPr/>
        </p:nvSpPr>
        <p:spPr>
          <a:xfrm>
            <a:off x="5374114" y="4432928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5B6D59F4-68CD-69F9-9D2A-79082BCE35A2}"/>
              </a:ext>
            </a:extLst>
          </p:cNvPr>
          <p:cNvCxnSpPr/>
          <p:nvPr/>
        </p:nvCxnSpPr>
        <p:spPr>
          <a:xfrm>
            <a:off x="4918671" y="3639828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3A61E891-11D8-C26F-0188-6E12B3169B00}"/>
              </a:ext>
            </a:extLst>
          </p:cNvPr>
          <p:cNvCxnSpPr/>
          <p:nvPr/>
        </p:nvCxnSpPr>
        <p:spPr>
          <a:xfrm>
            <a:off x="5138540" y="3639828"/>
            <a:ext cx="0" cy="98155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4FBC7607-8B2B-8E02-EC6A-2A9BBF5CFA21}"/>
              </a:ext>
            </a:extLst>
          </p:cNvPr>
          <p:cNvCxnSpPr/>
          <p:nvPr/>
        </p:nvCxnSpPr>
        <p:spPr>
          <a:xfrm>
            <a:off x="5138540" y="4621387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0732EACB-FB30-B9B4-3F08-99675265B49E}"/>
              </a:ext>
            </a:extLst>
          </p:cNvPr>
          <p:cNvCxnSpPr/>
          <p:nvPr/>
        </p:nvCxnSpPr>
        <p:spPr>
          <a:xfrm>
            <a:off x="7164479" y="4621387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898DF4B-FED9-610C-30AA-EF8A4DCE52E4}"/>
              </a:ext>
            </a:extLst>
          </p:cNvPr>
          <p:cNvCxnSpPr/>
          <p:nvPr/>
        </p:nvCxnSpPr>
        <p:spPr>
          <a:xfrm>
            <a:off x="7337233" y="4621387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08376E2-D46D-6BBC-3E19-9B810E51EAC8}"/>
              </a:ext>
            </a:extLst>
          </p:cNvPr>
          <p:cNvSpPr/>
          <p:nvPr/>
        </p:nvSpPr>
        <p:spPr>
          <a:xfrm>
            <a:off x="7549250" y="4487895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0B351C6-B3C9-0D8D-3A82-66D203B0569E}"/>
              </a:ext>
            </a:extLst>
          </p:cNvPr>
          <p:cNvSpPr/>
          <p:nvPr/>
        </p:nvSpPr>
        <p:spPr>
          <a:xfrm>
            <a:off x="5374114" y="5139651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91D558A6-2312-8A2C-78DA-2A9897B27AAE}"/>
              </a:ext>
            </a:extLst>
          </p:cNvPr>
          <p:cNvCxnSpPr/>
          <p:nvPr/>
        </p:nvCxnSpPr>
        <p:spPr>
          <a:xfrm>
            <a:off x="4918671" y="521032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A378EDB5-E9F7-9388-15D0-A9D1DE2EBA5A}"/>
              </a:ext>
            </a:extLst>
          </p:cNvPr>
          <p:cNvCxnSpPr/>
          <p:nvPr/>
        </p:nvCxnSpPr>
        <p:spPr>
          <a:xfrm>
            <a:off x="5138540" y="5210323"/>
            <a:ext cx="0" cy="1177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A4B601AD-CD14-046C-252E-1A30E8E47553}"/>
              </a:ext>
            </a:extLst>
          </p:cNvPr>
          <p:cNvCxnSpPr/>
          <p:nvPr/>
        </p:nvCxnSpPr>
        <p:spPr>
          <a:xfrm>
            <a:off x="5138540" y="5328110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2BE61E2D-1B52-4ACB-88D2-2CBB96744495}"/>
              </a:ext>
            </a:extLst>
          </p:cNvPr>
          <p:cNvCxnSpPr/>
          <p:nvPr/>
        </p:nvCxnSpPr>
        <p:spPr>
          <a:xfrm>
            <a:off x="7164479" y="5328110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F3B61A60-2E86-BDF6-02D6-28C3A2BC7D59}"/>
              </a:ext>
            </a:extLst>
          </p:cNvPr>
          <p:cNvCxnSpPr/>
          <p:nvPr/>
        </p:nvCxnSpPr>
        <p:spPr>
          <a:xfrm>
            <a:off x="7337233" y="5328110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38E8669-C683-26AA-7E9E-FE38932077FC}"/>
              </a:ext>
            </a:extLst>
          </p:cNvPr>
          <p:cNvSpPr/>
          <p:nvPr/>
        </p:nvSpPr>
        <p:spPr>
          <a:xfrm>
            <a:off x="7549250" y="5194618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4E59264A-6992-D891-05E4-5865DC1341DF}"/>
              </a:ext>
            </a:extLst>
          </p:cNvPr>
          <p:cNvSpPr/>
          <p:nvPr/>
        </p:nvSpPr>
        <p:spPr>
          <a:xfrm>
            <a:off x="5374114" y="5767849"/>
            <a:ext cx="1790363" cy="376918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02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AFB89AE6-28F0-3A90-C93B-5EC6F50DDA71}"/>
              </a:ext>
            </a:extLst>
          </p:cNvPr>
          <p:cNvCxnSpPr/>
          <p:nvPr/>
        </p:nvCxnSpPr>
        <p:spPr>
          <a:xfrm>
            <a:off x="4918671" y="5210323"/>
            <a:ext cx="2198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6521DF48-B1EA-1C0B-DF59-7B5BEC39BAA7}"/>
              </a:ext>
            </a:extLst>
          </p:cNvPr>
          <p:cNvCxnSpPr/>
          <p:nvPr/>
        </p:nvCxnSpPr>
        <p:spPr>
          <a:xfrm>
            <a:off x="5138540" y="5210323"/>
            <a:ext cx="0" cy="74598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51517BFE-EE5A-0913-272B-D78D3D9E1513}"/>
              </a:ext>
            </a:extLst>
          </p:cNvPr>
          <p:cNvCxnSpPr/>
          <p:nvPr/>
        </p:nvCxnSpPr>
        <p:spPr>
          <a:xfrm>
            <a:off x="5138540" y="5956308"/>
            <a:ext cx="23557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D25A4F52-DCC3-7E9E-5CF8-5C8B22867989}"/>
              </a:ext>
            </a:extLst>
          </p:cNvPr>
          <p:cNvCxnSpPr/>
          <p:nvPr/>
        </p:nvCxnSpPr>
        <p:spPr>
          <a:xfrm>
            <a:off x="7164479" y="5956308"/>
            <a:ext cx="17275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636CDFA2-A87B-DE01-5347-904666A1C3EA}"/>
              </a:ext>
            </a:extLst>
          </p:cNvPr>
          <p:cNvCxnSpPr/>
          <p:nvPr/>
        </p:nvCxnSpPr>
        <p:spPr>
          <a:xfrm>
            <a:off x="7337233" y="5956308"/>
            <a:ext cx="1884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C9F9A5E-418A-52C8-B56D-591B3F70BDBE}"/>
              </a:ext>
            </a:extLst>
          </p:cNvPr>
          <p:cNvSpPr/>
          <p:nvPr/>
        </p:nvSpPr>
        <p:spPr>
          <a:xfrm>
            <a:off x="7549250" y="5822816"/>
            <a:ext cx="3337301" cy="266984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16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pic>
        <p:nvPicPr>
          <p:cNvPr id="82" name="Picture 22" descr="IT">
            <a:extLst>
              <a:ext uri="{FF2B5EF4-FFF2-40B4-BE49-F238E27FC236}">
                <a16:creationId xmlns:a16="http://schemas.microsoft.com/office/drawing/2014/main" id="{1B1A2FDA-D4D1-B4F4-6B39-DB3F8A1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86" y="4883393"/>
            <a:ext cx="889432" cy="88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1">
            <a:extLst>
              <a:ext uri="{FF2B5EF4-FFF2-40B4-BE49-F238E27FC236}">
                <a16:creationId xmlns:a16="http://schemas.microsoft.com/office/drawing/2014/main" id="{080E7153-C19D-008E-FEC3-0D691CFB6EE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darà accesso a diversi livelli aziendali in base a responsabilità persona</a:t>
            </a:r>
          </a:p>
        </p:txBody>
      </p:sp>
      <p:sp>
        <p:nvSpPr>
          <p:cNvPr id="8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963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14518" y="1268625"/>
            <a:ext cx="3799438" cy="2274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878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878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9766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4450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2122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21710" y="1453600"/>
            <a:ext cx="628697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309" y="2860336"/>
            <a:ext cx="1423253" cy="525509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8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038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4994" y="194799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4994" y="3261767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4994" y="472151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3563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16032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16032" y="21596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33563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16032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16032" y="3473430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33563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16032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16032" y="493317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08587" y="172903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85260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189625" y="1904201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89625" y="1904201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72699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33271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33271" y="1597655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30337" y="1473576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2699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33271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33271" y="190420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30337" y="178012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72699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33271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33271" y="221074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30337" y="208667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08587" y="2750855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85260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89625" y="2159657"/>
            <a:ext cx="0" cy="76636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89625" y="2926025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72699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33271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33271" y="277275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430337" y="264867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72699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233271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3271" y="307929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30337" y="295522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8587" y="3553716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85260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189625" y="3473430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89625" y="3728886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72699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33271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33271" y="357561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430337" y="3451534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72699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33271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233271" y="3882159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430337" y="3758081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08587" y="421060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985260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189625" y="3473430"/>
            <a:ext cx="0" cy="91234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189625" y="4385772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072699" y="4385772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233271" y="438577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430337" y="426169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08587" y="4867489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985260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189625" y="4933177"/>
            <a:ext cx="0" cy="109481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89625" y="5042658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072699" y="5042658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33271" y="504265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430337" y="491858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08587" y="5451388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985260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189625" y="4933177"/>
            <a:ext cx="0" cy="69337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189625" y="56265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072699" y="5626557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233271" y="5626557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430337" y="5502479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2F47562F-0CF9-E426-FC4E-2D78BAC8D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01" y="4462003"/>
            <a:ext cx="1246867" cy="1682764"/>
          </a:xfrm>
          <a:prstGeom prst="rect">
            <a:avLst/>
          </a:prstGeom>
        </p:spPr>
      </p:pic>
      <p:sp>
        <p:nvSpPr>
          <p:cNvPr id="85" name="Ovale 84">
            <a:extLst>
              <a:ext uri="{FF2B5EF4-FFF2-40B4-BE49-F238E27FC236}">
                <a16:creationId xmlns:a16="http://schemas.microsoft.com/office/drawing/2014/main" id="{36219D0A-6560-78AC-D427-2641C14165CA}"/>
              </a:ext>
            </a:extLst>
          </p:cNvPr>
          <p:cNvSpPr/>
          <p:nvPr/>
        </p:nvSpPr>
        <p:spPr>
          <a:xfrm>
            <a:off x="7179368" y="1347405"/>
            <a:ext cx="3495065" cy="401429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3910A5E0-EFE4-DBC7-5301-054707EA27FC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1, l’utente è responsabile per i dati solo di una location</a:t>
            </a:r>
          </a:p>
        </p:txBody>
      </p:sp>
      <p:sp>
        <p:nvSpPr>
          <p:cNvPr id="8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DCACC-3E8A-2B61-77D0-8DABFBF1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D8F2E35-6DEE-7F8F-FA80-6B5A8D34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348" y="1481328"/>
            <a:ext cx="8832195" cy="466344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0A11157-093B-DBA7-0AA6-0EAF23ACCC0F}"/>
              </a:ext>
            </a:extLst>
          </p:cNvPr>
          <p:cNvSpPr txBox="1"/>
          <p:nvPr/>
        </p:nvSpPr>
        <p:spPr>
          <a:xfrm>
            <a:off x="2092220" y="2672761"/>
            <a:ext cx="2880360" cy="8822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Seleziono l’utente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Tasto destro mouse</a:t>
            </a:r>
            <a:endParaRPr lang="it-IT">
              <a:solidFill>
                <a:srgbClr val="000000"/>
              </a:solidFill>
              <a:latin typeface="Calibri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Seleziona Edi</a:t>
            </a:r>
            <a:r>
              <a:rPr lang="it-IT" sz="1600">
                <a:solidFill>
                  <a:srgbClr val="000000"/>
                </a:solidFill>
                <a:latin typeface="Calibri"/>
                <a:cs typeface="Calibri"/>
              </a:rPr>
              <a:t>t contact</a:t>
            </a:r>
            <a:endParaRPr kumimoji="0" lang="it-IT" sz="141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riangolo 1">
            <a:extLst>
              <a:ext uri="{FF2B5EF4-FFF2-40B4-BE49-F238E27FC236}">
                <a16:creationId xmlns:a16="http://schemas.microsoft.com/office/drawing/2014/main" id="{D6A31293-3C07-0409-6DB9-1D4FAA30F56F}"/>
              </a:ext>
            </a:extLst>
          </p:cNvPr>
          <p:cNvSpPr/>
          <p:nvPr/>
        </p:nvSpPr>
        <p:spPr>
          <a:xfrm rot="5400000">
            <a:off x="1447971" y="4585584"/>
            <a:ext cx="374754" cy="23380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BE270F-BD39-E6D5-5205-9B6458B7F16A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vuole vedere le informazioni di base di ogni utente: Who’s Who Percorso Manage&gt;Contacts&amp;Logins Visualizza elenco utenti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1360CAF-ED34-74CF-7EA9-C10B6A5BA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307" y="4702487"/>
            <a:ext cx="1416673" cy="1386743"/>
          </a:xfrm>
          <a:prstGeom prst="rect">
            <a:avLst/>
          </a:prstGeom>
        </p:spPr>
      </p:pic>
      <p:sp>
        <p:nvSpPr>
          <p:cNvPr id="9" name="Triangolo 8">
            <a:extLst>
              <a:ext uri="{FF2B5EF4-FFF2-40B4-BE49-F238E27FC236}">
                <a16:creationId xmlns:a16="http://schemas.microsoft.com/office/drawing/2014/main" id="{DA18BDC8-8F6A-10D0-B3AF-0EE9A52BC2A7}"/>
              </a:ext>
            </a:extLst>
          </p:cNvPr>
          <p:cNvSpPr/>
          <p:nvPr/>
        </p:nvSpPr>
        <p:spPr>
          <a:xfrm rot="5400000">
            <a:off x="2975781" y="4654524"/>
            <a:ext cx="374754" cy="23380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9580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F2877438-D3C5-18F9-773E-C2AE00571B1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Edit Contact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A60431B-95A1-B652-B2A8-950E041F770E}"/>
              </a:ext>
            </a:extLst>
          </p:cNvPr>
          <p:cNvSpPr txBox="1"/>
          <p:nvPr/>
        </p:nvSpPr>
        <p:spPr>
          <a:xfrm>
            <a:off x="731520" y="1554480"/>
            <a:ext cx="3749039" cy="310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000" b="1">
                <a:solidFill>
                  <a:srgbClr val="2E7D4F"/>
                </a:solidFill>
                <a:latin typeface="Calibri"/>
              </a:rPr>
              <a:t>1  Edit CONTACT — Chi è?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9E38B22-1A7E-0BC3-4268-1B226165BE49}"/>
              </a:ext>
            </a:extLst>
          </p:cNvPr>
          <p:cNvSpPr txBox="1"/>
          <p:nvPr/>
        </p:nvSpPr>
        <p:spPr>
          <a:xfrm>
            <a:off x="731520" y="2240280"/>
            <a:ext cx="3749039" cy="1484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Rappresenta la persona registrata in Envizi con le informazioni di base.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0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Corregge la location e salva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6F70B1D-8505-8E45-626A-AF1BAF4AB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162" y="1280160"/>
            <a:ext cx="5620206" cy="4864608"/>
          </a:xfrm>
          <a:prstGeom prst="rect">
            <a:avLst/>
          </a:prstGeom>
        </p:spPr>
      </p:pic>
      <p:sp>
        <p:nvSpPr>
          <p:cNvPr id="5" name="Triangolo 4">
            <a:extLst>
              <a:ext uri="{FF2B5EF4-FFF2-40B4-BE49-F238E27FC236}">
                <a16:creationId xmlns:a16="http://schemas.microsoft.com/office/drawing/2014/main" id="{7DFB4917-CCB5-ABF7-F42E-5F7DE8C77148}"/>
              </a:ext>
            </a:extLst>
          </p:cNvPr>
          <p:cNvSpPr/>
          <p:nvPr/>
        </p:nvSpPr>
        <p:spPr>
          <a:xfrm rot="5400000">
            <a:off x="4870292" y="3824533"/>
            <a:ext cx="344958" cy="21521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0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9B5AD8-6C05-8B66-0E35-18E351009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582" y="4868283"/>
            <a:ext cx="1304034" cy="1276484"/>
          </a:xfrm>
          <a:prstGeom prst="rect">
            <a:avLst/>
          </a:prstGeom>
        </p:spPr>
      </p:pic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450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C5DD-F106-4FCA-9CBF-1A6B8A7C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ADF1D8E6-D06E-F8F6-AA2D-1D65E8E77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082" y="1280160"/>
            <a:ext cx="8929889" cy="470734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D4A615-31B3-DCAF-D730-696E5353F35D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Manage&gt; Contacts&amp;Logins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76CF93-7406-193D-7C48-231604F260B0}"/>
              </a:ext>
            </a:extLst>
          </p:cNvPr>
          <p:cNvSpPr txBox="1"/>
          <p:nvPr/>
        </p:nvSpPr>
        <p:spPr>
          <a:xfrm>
            <a:off x="7943472" y="4020099"/>
            <a:ext cx="1929210" cy="7736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Seleziono l’utente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Tasto destro mouse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Login</a:t>
            </a:r>
          </a:p>
        </p:txBody>
      </p:sp>
      <p:sp>
        <p:nvSpPr>
          <p:cNvPr id="4" name="Triangolo 3">
            <a:extLst>
              <a:ext uri="{FF2B5EF4-FFF2-40B4-BE49-F238E27FC236}">
                <a16:creationId xmlns:a16="http://schemas.microsoft.com/office/drawing/2014/main" id="{7E169476-B6C7-B2C7-EEEE-FB6EFAEE4E71}"/>
              </a:ext>
            </a:extLst>
          </p:cNvPr>
          <p:cNvSpPr/>
          <p:nvPr/>
        </p:nvSpPr>
        <p:spPr>
          <a:xfrm rot="5400000">
            <a:off x="3455400" y="5476869"/>
            <a:ext cx="391257" cy="24410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8B3B4C9-2358-7ADC-042D-CDB61403B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79" y="4696957"/>
            <a:ext cx="1479058" cy="1447810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680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D8A0F-C480-13C9-32A2-935A97A3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AD0C7B7-FED2-221A-3E2D-8892A777B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61" y="1280160"/>
            <a:ext cx="8956634" cy="469601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DEFCDA6-8546-51B3-06F6-B78DCF59D750}"/>
              </a:ext>
            </a:extLst>
          </p:cNvPr>
          <p:cNvSpPr txBox="1"/>
          <p:nvPr/>
        </p:nvSpPr>
        <p:spPr>
          <a:xfrm>
            <a:off x="3380179" y="2665117"/>
            <a:ext cx="1469808" cy="318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6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Edit Login</a:t>
            </a:r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EBA04B89-4668-C085-77D9-AD059C5CA8CC}"/>
              </a:ext>
            </a:extLst>
          </p:cNvPr>
          <p:cNvSpPr/>
          <p:nvPr/>
        </p:nvSpPr>
        <p:spPr>
          <a:xfrm rot="5400000">
            <a:off x="2799377" y="3039476"/>
            <a:ext cx="389048" cy="24272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AB60CB2-EC4C-D063-66CC-D1F34CAD039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Edit login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CB17D34-17FE-3B0D-C32B-B66C82F29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056" y="4705131"/>
            <a:ext cx="1470707" cy="1439636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1379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8FA4-F5A6-CF3F-4F6B-7E4BE411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0148797-41E9-E07C-E603-BB82F4F3E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813" y="1280160"/>
            <a:ext cx="4369662" cy="4864608"/>
          </a:xfrm>
          <a:prstGeom prst="rect">
            <a:avLst/>
          </a:prstGeom>
        </p:spPr>
      </p:pic>
      <p:sp>
        <p:nvSpPr>
          <p:cNvPr id="2" name="Triangolo 1">
            <a:extLst>
              <a:ext uri="{FF2B5EF4-FFF2-40B4-BE49-F238E27FC236}">
                <a16:creationId xmlns:a16="http://schemas.microsoft.com/office/drawing/2014/main" id="{9E1BC52A-DB99-C7AB-CD38-636225E19A1C}"/>
              </a:ext>
            </a:extLst>
          </p:cNvPr>
          <p:cNvSpPr/>
          <p:nvPr/>
        </p:nvSpPr>
        <p:spPr>
          <a:xfrm rot="5400000">
            <a:off x="5667055" y="3776099"/>
            <a:ext cx="338391" cy="21112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7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D7F5452-D930-B478-811E-8E26149F5F1B}"/>
              </a:ext>
            </a:extLst>
          </p:cNvPr>
          <p:cNvSpPr txBox="1"/>
          <p:nvPr/>
        </p:nvSpPr>
        <p:spPr>
          <a:xfrm>
            <a:off x="3108960" y="3200400"/>
            <a:ext cx="2286000" cy="1018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0">
                <a:solidFill>
                  <a:srgbClr val="5B6B70"/>
                </a:solidFill>
                <a:latin typeface="Calibri"/>
              </a:rPr>
              <a:t>Seleziona Access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0">
                <a:solidFill>
                  <a:srgbClr val="5B6B70"/>
                </a:solidFill>
                <a:latin typeface="Calibri"/>
              </a:rPr>
              <a:t>Seleziona Location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0">
                <a:solidFill>
                  <a:srgbClr val="5B6B70"/>
                </a:solidFill>
                <a:latin typeface="Calibri"/>
              </a:rPr>
              <a:t>Save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6EC653-1C85-4CC6-FBFF-0D6CB3177705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Access level location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2029351-4646-E46A-57F1-AC0F056A6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476" y="4799981"/>
            <a:ext cx="1279211" cy="1252186"/>
          </a:xfrm>
          <a:prstGeom prst="rect">
            <a:avLst/>
          </a:prstGeom>
        </p:spPr>
      </p:pic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5735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CF33818-A9A8-CF8C-C311-DBD82AAC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40" y="1280160"/>
            <a:ext cx="10408441" cy="418868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B775AF8-E199-5FF1-7E79-60A9019D258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sistema ha recepito modifica. Torna indietro</a:t>
            </a:r>
          </a:p>
        </p:txBody>
      </p:sp>
      <p:sp>
        <p:nvSpPr>
          <p:cNvPr id="6" name="Triangolo 5">
            <a:extLst>
              <a:ext uri="{FF2B5EF4-FFF2-40B4-BE49-F238E27FC236}">
                <a16:creationId xmlns:a16="http://schemas.microsoft.com/office/drawing/2014/main" id="{2664850F-0E61-88EA-141E-2FD958976936}"/>
              </a:ext>
            </a:extLst>
          </p:cNvPr>
          <p:cNvSpPr/>
          <p:nvPr/>
        </p:nvSpPr>
        <p:spPr>
          <a:xfrm rot="5400000">
            <a:off x="7193679" y="3459507"/>
            <a:ext cx="452020" cy="28201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70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8ABE180C-1874-F752-94AB-DE623E5EE02B}"/>
              </a:ext>
            </a:extLst>
          </p:cNvPr>
          <p:cNvSpPr/>
          <p:nvPr/>
        </p:nvSpPr>
        <p:spPr>
          <a:xfrm rot="5400000">
            <a:off x="899036" y="1743254"/>
            <a:ext cx="452020" cy="28201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70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8D7CB2A-5C24-A1DA-130D-8AD2D82A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70" y="4472110"/>
            <a:ext cx="1708758" cy="1672657"/>
          </a:xfrm>
          <a:prstGeom prst="rect">
            <a:avLst/>
          </a:prstGeom>
        </p:spPr>
      </p:pic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5122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0451-D276-ACE1-F329-77A1F9C1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magine 161">
            <a:extLst>
              <a:ext uri="{FF2B5EF4-FFF2-40B4-BE49-F238E27FC236}">
                <a16:creationId xmlns:a16="http://schemas.microsoft.com/office/drawing/2014/main" id="{8C36E91D-EBAF-5964-3E29-DFEDB438C2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733162" y="5662971"/>
            <a:ext cx="559695" cy="2087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opic">
            <a:extLst>
              <a:ext uri="{FF2B5EF4-FFF2-40B4-BE49-F238E27FC236}">
                <a16:creationId xmlns:a16="http://schemas.microsoft.com/office/drawing/2014/main" id="{D2372CFE-EAE8-A265-20E1-2FC443814BB8}"/>
              </a:ext>
            </a:extLst>
          </p:cNvPr>
          <p:cNvSpPr/>
          <p:nvPr/>
        </p:nvSpPr>
        <p:spPr>
          <a:xfrm>
            <a:off x="7313673" y="5801866"/>
            <a:ext cx="3639786" cy="139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12" b="1" i="0" u="none" strike="noStrike" kern="1200" cap="none" spc="0" normalizeH="0" baseline="0" noProof="0">
                <a:ln>
                  <a:noFill/>
                </a:ln>
                <a:solidFill>
                  <a:srgbClr val="6F778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Approfondimento · Comprendere Envizi per amministrarlo e usarlo con</a:t>
            </a:r>
            <a:endParaRPr kumimoji="0" lang="en-US" sz="61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Calibri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42EED43-9C3E-01F7-4708-B361EA955810}"/>
              </a:ext>
            </a:extLst>
          </p:cNvPr>
          <p:cNvSpPr txBox="1"/>
          <p:nvPr/>
        </p:nvSpPr>
        <p:spPr>
          <a:xfrm>
            <a:off x="4014792" y="2788265"/>
            <a:ext cx="349155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7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22C883A-044B-28C5-6C41-6AA0BA7E6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491" y="1280160"/>
            <a:ext cx="9509098" cy="486460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247BD01-65A8-8FDF-65FF-437AA50414B7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pagina contacts&amp;logins mostra il nuovo "Access Role" e access level dell’utente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0ABC987-5546-68AF-33E3-4F9AAD4B8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566" y="4688750"/>
            <a:ext cx="1472565" cy="1441455"/>
          </a:xfrm>
          <a:prstGeom prst="rect">
            <a:avLst/>
          </a:prstGeom>
        </p:spPr>
      </p:pic>
      <p:sp>
        <p:nvSpPr>
          <p:cNvPr id="16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1151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DD044387-3ECA-ADB7-1A4E-21681238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419" y="1417320"/>
            <a:ext cx="2797321" cy="475488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F086AE6-2B21-3191-2057-927487921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58" y="2743200"/>
            <a:ext cx="3544483" cy="321756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66A4525-D7C8-88E1-0803-E03CFA37F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187" y="4948258"/>
            <a:ext cx="1250356" cy="122394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168F7A8-C8C1-0D06-9E7D-6DBC76395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406" y="4698363"/>
            <a:ext cx="1058182" cy="142811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DA12833-F4A4-7180-EE2A-8849A904E0FD}"/>
              </a:ext>
            </a:extLst>
          </p:cNvPr>
          <p:cNvSpPr txBox="1"/>
          <p:nvPr/>
        </p:nvSpPr>
        <p:spPr>
          <a:xfrm>
            <a:off x="640080" y="1325880"/>
            <a:ext cx="5806440" cy="81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700" b="1">
                <a:solidFill>
                  <a:srgbClr val="14433A"/>
                </a:solidFill>
                <a:latin typeface="Calibri"/>
              </a:rPr>
              <a:t>L’utente si collega e vede solo la location assegnata e i dati relativi. Non si perderà nei tanti dati che non gli competono. Suo compito sarà fornire i dati per lo stabilimento che gestisce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503BBEE-8910-95B1-7B96-BB1E3D4756A9}"/>
              </a:ext>
            </a:extLst>
          </p:cNvPr>
          <p:cNvSpPr txBox="1"/>
          <p:nvPr/>
        </p:nvSpPr>
        <p:spPr>
          <a:xfrm>
            <a:off x="5760720" y="2926080"/>
            <a:ext cx="2057400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0">
                <a:solidFill>
                  <a:srgbClr val="5B6B70"/>
                </a:solidFill>
                <a:latin typeface="Calibri"/>
              </a:rPr>
              <a:t>L’utente Admin vede tutti i dati attraverso  l’organizzazione, coerente a suo profilo </a:t>
            </a:r>
          </a:p>
        </p:txBody>
      </p:sp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6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Accesso alla Location: vista utente e vista amministratore</a:t>
            </a:r>
          </a:p>
        </p:txBody>
      </p:sp>
    </p:spTree>
    <p:extLst>
      <p:ext uri="{BB962C8B-B14F-4D97-AF65-F5344CB8AC3E}">
        <p14:creationId xmlns:p14="http://schemas.microsoft.com/office/powerpoint/2010/main" val="3568115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B702-350F-7E7E-FBF7-BD1D756E2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0A2B5-3769-F989-352E-353DFD6327BA}"/>
              </a:ext>
            </a:extLst>
          </p:cNvPr>
          <p:cNvSpPr txBox="1"/>
          <p:nvPr/>
        </p:nvSpPr>
        <p:spPr>
          <a:xfrm>
            <a:off x="1453695" y="1268625"/>
            <a:ext cx="3799438" cy="2274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878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878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BFB80-C877-1ED9-AEDC-C79B45A88DF9}"/>
              </a:ext>
            </a:extLst>
          </p:cNvPr>
          <p:cNvSpPr txBox="1"/>
          <p:nvPr/>
        </p:nvSpPr>
        <p:spPr>
          <a:xfrm>
            <a:off x="2028943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4B779-7026-628E-C411-04FD2EB0FC25}"/>
              </a:ext>
            </a:extLst>
          </p:cNvPr>
          <p:cNvSpPr txBox="1"/>
          <p:nvPr/>
        </p:nvSpPr>
        <p:spPr>
          <a:xfrm>
            <a:off x="3853627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64CE1-9F11-1351-FBC4-9ED4720E24BF}"/>
              </a:ext>
            </a:extLst>
          </p:cNvPr>
          <p:cNvSpPr txBox="1"/>
          <p:nvPr/>
        </p:nvSpPr>
        <p:spPr>
          <a:xfrm>
            <a:off x="5751300" y="1507378"/>
            <a:ext cx="864339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6B157-9C4B-8CFA-DEBF-019905924EBA}"/>
              </a:ext>
            </a:extLst>
          </p:cNvPr>
          <p:cNvSpPr txBox="1"/>
          <p:nvPr/>
        </p:nvSpPr>
        <p:spPr>
          <a:xfrm>
            <a:off x="8660887" y="1453600"/>
            <a:ext cx="628697" cy="2151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98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B18120C-8920-A5B6-D358-413C4405051C}"/>
              </a:ext>
            </a:extLst>
          </p:cNvPr>
          <p:cNvSpPr/>
          <p:nvPr/>
        </p:nvSpPr>
        <p:spPr>
          <a:xfrm>
            <a:off x="1749487" y="2860336"/>
            <a:ext cx="1423253" cy="525509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38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038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2E5755-7E1F-4436-C32F-8839DB711517}"/>
              </a:ext>
            </a:extLst>
          </p:cNvPr>
          <p:cNvSpPr/>
          <p:nvPr/>
        </p:nvSpPr>
        <p:spPr>
          <a:xfrm>
            <a:off x="3574171" y="194799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CBADC-7877-C9DA-EDDD-CE2CE33D3C7A}"/>
              </a:ext>
            </a:extLst>
          </p:cNvPr>
          <p:cNvSpPr/>
          <p:nvPr/>
        </p:nvSpPr>
        <p:spPr>
          <a:xfrm>
            <a:off x="3574171" y="3261767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0421A5-D310-538C-8D8C-C64C4C78837B}"/>
              </a:ext>
            </a:extLst>
          </p:cNvPr>
          <p:cNvSpPr/>
          <p:nvPr/>
        </p:nvSpPr>
        <p:spPr>
          <a:xfrm>
            <a:off x="3574171" y="4721514"/>
            <a:ext cx="1350266" cy="423326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58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137DD1F-A1AC-0185-CC7D-4FF7ABAE29FE}"/>
              </a:ext>
            </a:extLst>
          </p:cNvPr>
          <p:cNvCxnSpPr/>
          <p:nvPr/>
        </p:nvCxnSpPr>
        <p:spPr>
          <a:xfrm>
            <a:off x="3172740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61AD9AE8-B20A-D15E-52AC-0846CCC8D96A}"/>
              </a:ext>
            </a:extLst>
          </p:cNvPr>
          <p:cNvCxnSpPr/>
          <p:nvPr/>
        </p:nvCxnSpPr>
        <p:spPr>
          <a:xfrm>
            <a:off x="3355209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56EEC1AC-2C60-B863-C939-46C0D949220F}"/>
              </a:ext>
            </a:extLst>
          </p:cNvPr>
          <p:cNvCxnSpPr/>
          <p:nvPr/>
        </p:nvCxnSpPr>
        <p:spPr>
          <a:xfrm>
            <a:off x="3355209" y="21596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1A54B65C-B52F-3078-1A72-2A538245BE60}"/>
              </a:ext>
            </a:extLst>
          </p:cNvPr>
          <p:cNvCxnSpPr/>
          <p:nvPr/>
        </p:nvCxnSpPr>
        <p:spPr>
          <a:xfrm>
            <a:off x="3172740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E162A75D-B845-6175-6883-5CA3DE36D661}"/>
              </a:ext>
            </a:extLst>
          </p:cNvPr>
          <p:cNvCxnSpPr/>
          <p:nvPr/>
        </p:nvCxnSpPr>
        <p:spPr>
          <a:xfrm>
            <a:off x="3355209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3BB07532-1095-9F74-6952-2D1D82D5942B}"/>
              </a:ext>
            </a:extLst>
          </p:cNvPr>
          <p:cNvCxnSpPr/>
          <p:nvPr/>
        </p:nvCxnSpPr>
        <p:spPr>
          <a:xfrm>
            <a:off x="3355209" y="3473430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E1DFB284-1DFF-9D4B-26E1-D698E08F7355}"/>
              </a:ext>
            </a:extLst>
          </p:cNvPr>
          <p:cNvCxnSpPr/>
          <p:nvPr/>
        </p:nvCxnSpPr>
        <p:spPr>
          <a:xfrm>
            <a:off x="3172740" y="3123091"/>
            <a:ext cx="18246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4DA589A8-3286-B0A2-E01C-F97D60B71A58}"/>
              </a:ext>
            </a:extLst>
          </p:cNvPr>
          <p:cNvCxnSpPr/>
          <p:nvPr/>
        </p:nvCxnSpPr>
        <p:spPr>
          <a:xfrm>
            <a:off x="3355209" y="2159657"/>
            <a:ext cx="0" cy="277351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D4D248AE-7D10-FB9A-7FA9-2F22DD6B60C2}"/>
              </a:ext>
            </a:extLst>
          </p:cNvPr>
          <p:cNvCxnSpPr/>
          <p:nvPr/>
        </p:nvCxnSpPr>
        <p:spPr>
          <a:xfrm>
            <a:off x="3355209" y="493317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12B874-0F69-A3F8-1733-24C148B7E927}"/>
              </a:ext>
            </a:extLst>
          </p:cNvPr>
          <p:cNvSpPr/>
          <p:nvPr/>
        </p:nvSpPr>
        <p:spPr>
          <a:xfrm>
            <a:off x="5347764" y="172903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6600356B-E817-754B-62A2-7C5CC2FFF116}"/>
              </a:ext>
            </a:extLst>
          </p:cNvPr>
          <p:cNvCxnSpPr/>
          <p:nvPr/>
        </p:nvCxnSpPr>
        <p:spPr>
          <a:xfrm>
            <a:off x="4924437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82535828-7C9A-0BA4-1304-55D11E9D95F8}"/>
              </a:ext>
            </a:extLst>
          </p:cNvPr>
          <p:cNvCxnSpPr/>
          <p:nvPr/>
        </p:nvCxnSpPr>
        <p:spPr>
          <a:xfrm flipV="1">
            <a:off x="5128802" y="1904201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43198FFF-FF08-9503-554C-67E0C0F72EFF}"/>
              </a:ext>
            </a:extLst>
          </p:cNvPr>
          <p:cNvCxnSpPr/>
          <p:nvPr/>
        </p:nvCxnSpPr>
        <p:spPr>
          <a:xfrm>
            <a:off x="5128802" y="1904201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1C985948-72DB-CB5C-C777-6DC68E1DA93F}"/>
              </a:ext>
            </a:extLst>
          </p:cNvPr>
          <p:cNvCxnSpPr/>
          <p:nvPr/>
        </p:nvCxnSpPr>
        <p:spPr>
          <a:xfrm>
            <a:off x="7011876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4959124-3818-A447-3060-B268169F2CFB}"/>
              </a:ext>
            </a:extLst>
          </p:cNvPr>
          <p:cNvCxnSpPr/>
          <p:nvPr/>
        </p:nvCxnSpPr>
        <p:spPr>
          <a:xfrm>
            <a:off x="7172448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F478325B-9070-862B-56E3-C1776774AAD8}"/>
              </a:ext>
            </a:extLst>
          </p:cNvPr>
          <p:cNvCxnSpPr/>
          <p:nvPr/>
        </p:nvCxnSpPr>
        <p:spPr>
          <a:xfrm>
            <a:off x="7172448" y="1597655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534F23B-DC88-3E61-EB90-8DF68B17D888}"/>
              </a:ext>
            </a:extLst>
          </p:cNvPr>
          <p:cNvSpPr/>
          <p:nvPr/>
        </p:nvSpPr>
        <p:spPr>
          <a:xfrm>
            <a:off x="7369514" y="1473576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92371AE4-9C76-8797-5999-32BEA0DBD25E}"/>
              </a:ext>
            </a:extLst>
          </p:cNvPr>
          <p:cNvCxnSpPr/>
          <p:nvPr/>
        </p:nvCxnSpPr>
        <p:spPr>
          <a:xfrm>
            <a:off x="7011876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78C0724B-5711-2819-E5B6-A1F9945CA0CF}"/>
              </a:ext>
            </a:extLst>
          </p:cNvPr>
          <p:cNvCxnSpPr/>
          <p:nvPr/>
        </p:nvCxnSpPr>
        <p:spPr>
          <a:xfrm>
            <a:off x="7172448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284AD42C-31AF-F18F-8A7B-544A7175DC77}"/>
              </a:ext>
            </a:extLst>
          </p:cNvPr>
          <p:cNvCxnSpPr/>
          <p:nvPr/>
        </p:nvCxnSpPr>
        <p:spPr>
          <a:xfrm>
            <a:off x="7172448" y="190420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666DBB2-3EFC-935B-152E-A189FCF3FC2B}"/>
              </a:ext>
            </a:extLst>
          </p:cNvPr>
          <p:cNvSpPr/>
          <p:nvPr/>
        </p:nvSpPr>
        <p:spPr>
          <a:xfrm>
            <a:off x="7369514" y="178012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888C3F5D-47AF-A946-3BFF-88A2E0B3DEEC}"/>
              </a:ext>
            </a:extLst>
          </p:cNvPr>
          <p:cNvCxnSpPr/>
          <p:nvPr/>
        </p:nvCxnSpPr>
        <p:spPr>
          <a:xfrm>
            <a:off x="7011876" y="1904201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DF04FA0C-14F4-3AD2-EAFC-9BC34763145B}"/>
              </a:ext>
            </a:extLst>
          </p:cNvPr>
          <p:cNvCxnSpPr/>
          <p:nvPr/>
        </p:nvCxnSpPr>
        <p:spPr>
          <a:xfrm>
            <a:off x="7172448" y="1597655"/>
            <a:ext cx="0" cy="61309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0F2387DC-FF44-FF44-1674-9512E7466711}"/>
              </a:ext>
            </a:extLst>
          </p:cNvPr>
          <p:cNvCxnSpPr/>
          <p:nvPr/>
        </p:nvCxnSpPr>
        <p:spPr>
          <a:xfrm>
            <a:off x="7172448" y="221074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5FE5D25-D1C1-3BE4-1AB3-3568F9B4E575}"/>
              </a:ext>
            </a:extLst>
          </p:cNvPr>
          <p:cNvSpPr/>
          <p:nvPr/>
        </p:nvSpPr>
        <p:spPr>
          <a:xfrm>
            <a:off x="7369514" y="208667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9D66E32-0CC7-24BF-6E89-474399F39143}"/>
              </a:ext>
            </a:extLst>
          </p:cNvPr>
          <p:cNvSpPr/>
          <p:nvPr/>
        </p:nvSpPr>
        <p:spPr>
          <a:xfrm>
            <a:off x="5347764" y="2750855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EDDB2D2C-7007-E72D-9D43-A6E9209E7640}"/>
              </a:ext>
            </a:extLst>
          </p:cNvPr>
          <p:cNvCxnSpPr/>
          <p:nvPr/>
        </p:nvCxnSpPr>
        <p:spPr>
          <a:xfrm>
            <a:off x="4924437" y="215965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623610BA-A35A-3B86-C506-5A26B493AC3F}"/>
              </a:ext>
            </a:extLst>
          </p:cNvPr>
          <p:cNvCxnSpPr/>
          <p:nvPr/>
        </p:nvCxnSpPr>
        <p:spPr>
          <a:xfrm>
            <a:off x="5128802" y="2159657"/>
            <a:ext cx="0" cy="76636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1611B8CF-22AF-AF53-2118-D57007011DC6}"/>
              </a:ext>
            </a:extLst>
          </p:cNvPr>
          <p:cNvCxnSpPr/>
          <p:nvPr/>
        </p:nvCxnSpPr>
        <p:spPr>
          <a:xfrm>
            <a:off x="5128802" y="2926025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692367A2-CB4E-F56F-C529-EE35FC1B47FA}"/>
              </a:ext>
            </a:extLst>
          </p:cNvPr>
          <p:cNvCxnSpPr/>
          <p:nvPr/>
        </p:nvCxnSpPr>
        <p:spPr>
          <a:xfrm>
            <a:off x="7011876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51E5BE12-46B7-447C-0F11-FCB3FE4F2797}"/>
              </a:ext>
            </a:extLst>
          </p:cNvPr>
          <p:cNvCxnSpPr/>
          <p:nvPr/>
        </p:nvCxnSpPr>
        <p:spPr>
          <a:xfrm>
            <a:off x="7172448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D1E05AD5-6EB3-CFB1-54CD-B174CB756EA1}"/>
              </a:ext>
            </a:extLst>
          </p:cNvPr>
          <p:cNvCxnSpPr/>
          <p:nvPr/>
        </p:nvCxnSpPr>
        <p:spPr>
          <a:xfrm>
            <a:off x="7172448" y="2772751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4DF6721-105F-458B-6D50-F819296EFDBA}"/>
              </a:ext>
            </a:extLst>
          </p:cNvPr>
          <p:cNvSpPr/>
          <p:nvPr/>
        </p:nvSpPr>
        <p:spPr>
          <a:xfrm>
            <a:off x="7369514" y="264867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1D6D3B91-DEA9-E9F4-6B8F-AD906A3EE1CA}"/>
              </a:ext>
            </a:extLst>
          </p:cNvPr>
          <p:cNvCxnSpPr/>
          <p:nvPr/>
        </p:nvCxnSpPr>
        <p:spPr>
          <a:xfrm>
            <a:off x="7011876" y="2926025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E5C0D66B-DA62-4ACB-1578-D1B3CBC3E034}"/>
              </a:ext>
            </a:extLst>
          </p:cNvPr>
          <p:cNvCxnSpPr/>
          <p:nvPr/>
        </p:nvCxnSpPr>
        <p:spPr>
          <a:xfrm>
            <a:off x="7172448" y="2772751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459C9A2B-5D6E-D7C3-2239-7962C8C888A5}"/>
              </a:ext>
            </a:extLst>
          </p:cNvPr>
          <p:cNvCxnSpPr/>
          <p:nvPr/>
        </p:nvCxnSpPr>
        <p:spPr>
          <a:xfrm>
            <a:off x="7172448" y="307929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2ACF62A-B89B-772C-37B6-C593681DEFAA}"/>
              </a:ext>
            </a:extLst>
          </p:cNvPr>
          <p:cNvSpPr/>
          <p:nvPr/>
        </p:nvSpPr>
        <p:spPr>
          <a:xfrm>
            <a:off x="7369514" y="295522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083FBA8-A143-729D-8DFD-8DC97ED7980F}"/>
              </a:ext>
            </a:extLst>
          </p:cNvPr>
          <p:cNvSpPr/>
          <p:nvPr/>
        </p:nvSpPr>
        <p:spPr>
          <a:xfrm>
            <a:off x="5347764" y="3553716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62800CE0-C288-D3DA-9360-B5D0428AE6AA}"/>
              </a:ext>
            </a:extLst>
          </p:cNvPr>
          <p:cNvCxnSpPr/>
          <p:nvPr/>
        </p:nvCxnSpPr>
        <p:spPr>
          <a:xfrm>
            <a:off x="4924437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E4C19FFD-B6E5-3E0E-FBED-0BB0294E93B0}"/>
              </a:ext>
            </a:extLst>
          </p:cNvPr>
          <p:cNvCxnSpPr/>
          <p:nvPr/>
        </p:nvCxnSpPr>
        <p:spPr>
          <a:xfrm>
            <a:off x="5128802" y="3473430"/>
            <a:ext cx="0" cy="25545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1F179FC6-AE24-5C0A-735F-65B87A84FADD}"/>
              </a:ext>
            </a:extLst>
          </p:cNvPr>
          <p:cNvCxnSpPr/>
          <p:nvPr/>
        </p:nvCxnSpPr>
        <p:spPr>
          <a:xfrm>
            <a:off x="5128802" y="3728886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7E636554-FAB3-ADD9-3578-68B0B9C852E2}"/>
              </a:ext>
            </a:extLst>
          </p:cNvPr>
          <p:cNvCxnSpPr/>
          <p:nvPr/>
        </p:nvCxnSpPr>
        <p:spPr>
          <a:xfrm>
            <a:off x="7011876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C67251F9-241B-433E-AE62-D55DDADC511D}"/>
              </a:ext>
            </a:extLst>
          </p:cNvPr>
          <p:cNvCxnSpPr/>
          <p:nvPr/>
        </p:nvCxnSpPr>
        <p:spPr>
          <a:xfrm>
            <a:off x="7172448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9FB66C13-658E-69A6-187F-13B103113440}"/>
              </a:ext>
            </a:extLst>
          </p:cNvPr>
          <p:cNvCxnSpPr/>
          <p:nvPr/>
        </p:nvCxnSpPr>
        <p:spPr>
          <a:xfrm>
            <a:off x="7172448" y="357561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126AC8E7-851E-75EA-110F-64C76AAA89B3}"/>
              </a:ext>
            </a:extLst>
          </p:cNvPr>
          <p:cNvSpPr/>
          <p:nvPr/>
        </p:nvSpPr>
        <p:spPr>
          <a:xfrm>
            <a:off x="7369514" y="3451534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6483F51B-3F02-B1CB-7BBF-D932B352DCCC}"/>
              </a:ext>
            </a:extLst>
          </p:cNvPr>
          <p:cNvCxnSpPr/>
          <p:nvPr/>
        </p:nvCxnSpPr>
        <p:spPr>
          <a:xfrm>
            <a:off x="7011876" y="3728886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908C6134-9DC2-2E74-7362-16DA5E685CAD}"/>
              </a:ext>
            </a:extLst>
          </p:cNvPr>
          <p:cNvCxnSpPr/>
          <p:nvPr/>
        </p:nvCxnSpPr>
        <p:spPr>
          <a:xfrm>
            <a:off x="7172448" y="3575612"/>
            <a:ext cx="0" cy="30654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B17A0FE2-D699-18DF-853F-D2CEEF8804E2}"/>
              </a:ext>
            </a:extLst>
          </p:cNvPr>
          <p:cNvCxnSpPr/>
          <p:nvPr/>
        </p:nvCxnSpPr>
        <p:spPr>
          <a:xfrm>
            <a:off x="7172448" y="3882159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A8D6F28-F00F-66F0-DEBA-E79AE4CBBE9F}"/>
              </a:ext>
            </a:extLst>
          </p:cNvPr>
          <p:cNvSpPr/>
          <p:nvPr/>
        </p:nvSpPr>
        <p:spPr>
          <a:xfrm>
            <a:off x="7369514" y="3758081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39A2EF9-FBA7-CBA2-7A99-FA080EA9E7E2}"/>
              </a:ext>
            </a:extLst>
          </p:cNvPr>
          <p:cNvSpPr/>
          <p:nvPr/>
        </p:nvSpPr>
        <p:spPr>
          <a:xfrm>
            <a:off x="5347764" y="4210602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DCCE387C-0B22-4B2C-E667-9D10304199BD}"/>
              </a:ext>
            </a:extLst>
          </p:cNvPr>
          <p:cNvCxnSpPr/>
          <p:nvPr/>
        </p:nvCxnSpPr>
        <p:spPr>
          <a:xfrm>
            <a:off x="4924437" y="3473430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EE2390F2-1757-583B-8767-3781782257D4}"/>
              </a:ext>
            </a:extLst>
          </p:cNvPr>
          <p:cNvCxnSpPr/>
          <p:nvPr/>
        </p:nvCxnSpPr>
        <p:spPr>
          <a:xfrm>
            <a:off x="5128802" y="3473430"/>
            <a:ext cx="0" cy="91234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513F865D-9AA8-C4D4-69AB-79B023F0837F}"/>
              </a:ext>
            </a:extLst>
          </p:cNvPr>
          <p:cNvCxnSpPr/>
          <p:nvPr/>
        </p:nvCxnSpPr>
        <p:spPr>
          <a:xfrm>
            <a:off x="5128802" y="4385772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99A16587-4E27-B7F2-230C-FD0829F2C9D6}"/>
              </a:ext>
            </a:extLst>
          </p:cNvPr>
          <p:cNvCxnSpPr/>
          <p:nvPr/>
        </p:nvCxnSpPr>
        <p:spPr>
          <a:xfrm>
            <a:off x="7011876" y="4385772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529F03A0-E0E5-D2B3-7AC6-E1A30AD0B3CB}"/>
              </a:ext>
            </a:extLst>
          </p:cNvPr>
          <p:cNvCxnSpPr/>
          <p:nvPr/>
        </p:nvCxnSpPr>
        <p:spPr>
          <a:xfrm>
            <a:off x="7172448" y="4385772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D8E4B2B-E90E-84CB-FD1D-EE9969AD51A0}"/>
              </a:ext>
            </a:extLst>
          </p:cNvPr>
          <p:cNvSpPr/>
          <p:nvPr/>
        </p:nvSpPr>
        <p:spPr>
          <a:xfrm>
            <a:off x="7369514" y="4261693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7BCBE338-4E34-892A-4E69-172996BA915E}"/>
              </a:ext>
            </a:extLst>
          </p:cNvPr>
          <p:cNvSpPr/>
          <p:nvPr/>
        </p:nvSpPr>
        <p:spPr>
          <a:xfrm>
            <a:off x="5347764" y="4867489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0F1CAD25-6827-25AE-7533-C1592D3449EF}"/>
              </a:ext>
            </a:extLst>
          </p:cNvPr>
          <p:cNvCxnSpPr/>
          <p:nvPr/>
        </p:nvCxnSpPr>
        <p:spPr>
          <a:xfrm>
            <a:off x="4924437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65BFDEB1-EAA3-DBC3-9DA3-42EC4E44B691}"/>
              </a:ext>
            </a:extLst>
          </p:cNvPr>
          <p:cNvCxnSpPr/>
          <p:nvPr/>
        </p:nvCxnSpPr>
        <p:spPr>
          <a:xfrm>
            <a:off x="5128802" y="4933177"/>
            <a:ext cx="0" cy="109481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71E95074-9C4C-AE0D-4D2E-7A820F010475}"/>
              </a:ext>
            </a:extLst>
          </p:cNvPr>
          <p:cNvCxnSpPr/>
          <p:nvPr/>
        </p:nvCxnSpPr>
        <p:spPr>
          <a:xfrm>
            <a:off x="5128802" y="5042658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8F8694BA-A943-354A-E92E-BA698F7A71E6}"/>
              </a:ext>
            </a:extLst>
          </p:cNvPr>
          <p:cNvCxnSpPr/>
          <p:nvPr/>
        </p:nvCxnSpPr>
        <p:spPr>
          <a:xfrm>
            <a:off x="7011876" y="5042658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87DAECBB-6DED-4B48-32A9-2986373DB4F3}"/>
              </a:ext>
            </a:extLst>
          </p:cNvPr>
          <p:cNvCxnSpPr/>
          <p:nvPr/>
        </p:nvCxnSpPr>
        <p:spPr>
          <a:xfrm>
            <a:off x="7172448" y="5042658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54DF9A00-DC92-321B-5FFB-3DCB29E9F60E}"/>
              </a:ext>
            </a:extLst>
          </p:cNvPr>
          <p:cNvSpPr/>
          <p:nvPr/>
        </p:nvSpPr>
        <p:spPr>
          <a:xfrm>
            <a:off x="7369514" y="4918580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801C95E1-26B0-5130-CC49-F10589074D05}"/>
              </a:ext>
            </a:extLst>
          </p:cNvPr>
          <p:cNvSpPr/>
          <p:nvPr/>
        </p:nvSpPr>
        <p:spPr>
          <a:xfrm>
            <a:off x="5347764" y="5451388"/>
            <a:ext cx="1664111" cy="350339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3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5CD77BD3-16F1-D41A-BA55-D630F852AE92}"/>
              </a:ext>
            </a:extLst>
          </p:cNvPr>
          <p:cNvCxnSpPr/>
          <p:nvPr/>
        </p:nvCxnSpPr>
        <p:spPr>
          <a:xfrm>
            <a:off x="4924437" y="4933177"/>
            <a:ext cx="20436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31CAC642-3A2D-6B53-8C4E-C808B02787DB}"/>
              </a:ext>
            </a:extLst>
          </p:cNvPr>
          <p:cNvCxnSpPr/>
          <p:nvPr/>
        </p:nvCxnSpPr>
        <p:spPr>
          <a:xfrm>
            <a:off x="5128802" y="4933177"/>
            <a:ext cx="0" cy="69337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8DDB6B1B-9A61-9BCC-1B6C-054D5E037F29}"/>
              </a:ext>
            </a:extLst>
          </p:cNvPr>
          <p:cNvCxnSpPr/>
          <p:nvPr/>
        </p:nvCxnSpPr>
        <p:spPr>
          <a:xfrm>
            <a:off x="5128802" y="5626557"/>
            <a:ext cx="2189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FC9A1767-1CF0-BA1B-F79E-600663772968}"/>
              </a:ext>
            </a:extLst>
          </p:cNvPr>
          <p:cNvCxnSpPr/>
          <p:nvPr/>
        </p:nvCxnSpPr>
        <p:spPr>
          <a:xfrm>
            <a:off x="7011876" y="5626557"/>
            <a:ext cx="16057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1A8C211D-8C70-19AB-8EA8-2305538C3807}"/>
              </a:ext>
            </a:extLst>
          </p:cNvPr>
          <p:cNvCxnSpPr/>
          <p:nvPr/>
        </p:nvCxnSpPr>
        <p:spPr>
          <a:xfrm>
            <a:off x="7172448" y="5626557"/>
            <a:ext cx="17516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55B062C-93DA-C796-CD43-B9D7D3E80528}"/>
              </a:ext>
            </a:extLst>
          </p:cNvPr>
          <p:cNvSpPr/>
          <p:nvPr/>
        </p:nvSpPr>
        <p:spPr>
          <a:xfrm>
            <a:off x="7369514" y="5502479"/>
            <a:ext cx="3101963" cy="248157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58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FA2122D9-A523-D073-94BB-C96BC34EF9DF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2, l’utente è responsabile per i dati di un gruppo di primo livello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DE126F3-314E-B113-4796-36222E2B0265}"/>
              </a:ext>
            </a:extLst>
          </p:cNvPr>
          <p:cNvSpPr/>
          <p:nvPr/>
        </p:nvSpPr>
        <p:spPr>
          <a:xfrm>
            <a:off x="5128802" y="1469051"/>
            <a:ext cx="5606453" cy="1004451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3" name="Immagine 82">
            <a:extLst>
              <a:ext uri="{FF2B5EF4-FFF2-40B4-BE49-F238E27FC236}">
                <a16:creationId xmlns:a16="http://schemas.microsoft.com/office/drawing/2014/main" id="{39596CE4-86DE-9B4D-74F0-0C35FB634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07" y="4560942"/>
            <a:ext cx="1184046" cy="1583825"/>
          </a:xfrm>
          <a:prstGeom prst="rect">
            <a:avLst/>
          </a:prstGeom>
        </p:spPr>
      </p:pic>
      <p:sp>
        <p:nvSpPr>
          <p:cNvPr id="8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3946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A4AE5751-B6F4-5519-C721-A7AC9F748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19" y="1280160"/>
            <a:ext cx="8992610" cy="4741178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DACF8B72-8BD7-18D0-1A2C-1394AAE62229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L’Admin ripercorre i passaggi del caso precedente Seleziona utente, click dx, seleziona Login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9572734-FD2D-01EE-39C5-BC4BE20DE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521" y="4605789"/>
            <a:ext cx="1572193" cy="1538978"/>
          </a:xfrm>
          <a:prstGeom prst="rect">
            <a:avLst/>
          </a:prstGeom>
        </p:spPr>
      </p:pic>
      <p:sp>
        <p:nvSpPr>
          <p:cNvPr id="11" name="Triangolo 10">
            <a:extLst>
              <a:ext uri="{FF2B5EF4-FFF2-40B4-BE49-F238E27FC236}">
                <a16:creationId xmlns:a16="http://schemas.microsoft.com/office/drawing/2014/main" id="{33C7BA83-1420-037D-6C12-DF6CF838C3DC}"/>
              </a:ext>
            </a:extLst>
          </p:cNvPr>
          <p:cNvSpPr/>
          <p:nvPr/>
        </p:nvSpPr>
        <p:spPr>
          <a:xfrm rot="5400000">
            <a:off x="1522134" y="4066755"/>
            <a:ext cx="415894" cy="2594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50A51BF2-BD1E-6150-C252-3B258D799B9C}"/>
              </a:ext>
            </a:extLst>
          </p:cNvPr>
          <p:cNvSpPr/>
          <p:nvPr/>
        </p:nvSpPr>
        <p:spPr>
          <a:xfrm rot="5400000">
            <a:off x="2960242" y="5131045"/>
            <a:ext cx="415894" cy="2594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7161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EBE3-B22F-BBDF-F596-5D705874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9EA41ACB-0694-4A36-0DAF-A426B6B87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485" y="1481328"/>
            <a:ext cx="8554264" cy="455499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B198DBF-245C-A2E2-3FAB-CD42E77D5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652" y="4692105"/>
            <a:ext cx="1484015" cy="1452662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5168BC87-09D6-4174-2D3A-3189FFADB277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L’Admin ripercorre i passaggi del caso precedente Seleziona utente, click dx, seleziona Edit Login</a:t>
            </a: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C4C2E07C-3F65-D6E9-28FF-8884FAFA38B5}"/>
              </a:ext>
            </a:extLst>
          </p:cNvPr>
          <p:cNvSpPr/>
          <p:nvPr/>
        </p:nvSpPr>
        <p:spPr>
          <a:xfrm rot="5400000">
            <a:off x="3869967" y="3111729"/>
            <a:ext cx="392568" cy="24492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8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Triangolo 9">
            <a:extLst>
              <a:ext uri="{FF2B5EF4-FFF2-40B4-BE49-F238E27FC236}">
                <a16:creationId xmlns:a16="http://schemas.microsoft.com/office/drawing/2014/main" id="{FD5AB7D6-8F6A-435A-1A2D-EF36F644FE51}"/>
              </a:ext>
            </a:extLst>
          </p:cNvPr>
          <p:cNvSpPr/>
          <p:nvPr/>
        </p:nvSpPr>
        <p:spPr>
          <a:xfrm rot="5400000">
            <a:off x="1719201" y="3504298"/>
            <a:ext cx="392568" cy="24492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8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8694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48B22EC-2B99-C205-DD9A-103DC9A1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631" y="1280160"/>
            <a:ext cx="5609097" cy="482134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693C535-EB96-F867-0E3D-0C3E92561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222" y="4506783"/>
            <a:ext cx="1673336" cy="1637984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9C40A73-0DE4-A29E-E320-E732E653510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Nel modulo seleziona gruppo</a:t>
            </a:r>
          </a:p>
        </p:txBody>
      </p:sp>
      <p:sp>
        <p:nvSpPr>
          <p:cNvPr id="8" name="Triangolo 7">
            <a:extLst>
              <a:ext uri="{FF2B5EF4-FFF2-40B4-BE49-F238E27FC236}">
                <a16:creationId xmlns:a16="http://schemas.microsoft.com/office/drawing/2014/main" id="{31DF203C-8586-7EE3-BB3E-E53F16DBE5AC}"/>
              </a:ext>
            </a:extLst>
          </p:cNvPr>
          <p:cNvSpPr/>
          <p:nvPr/>
        </p:nvSpPr>
        <p:spPr>
          <a:xfrm rot="5400000">
            <a:off x="4910389" y="3707213"/>
            <a:ext cx="442650" cy="27616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7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0874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5962-04F7-325C-2255-69FA415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79524ED-02B5-3403-37BB-6F2AC9AA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89" y="1280160"/>
            <a:ext cx="9825276" cy="4253070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52D4669A-0A93-1C55-066E-B82ED0523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163" y="4698388"/>
            <a:ext cx="1477596" cy="1446379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BE6DF092-CCD1-B339-1767-6ABFBA898733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Torna Indietro</a:t>
            </a:r>
          </a:p>
        </p:txBody>
      </p:sp>
      <p:sp>
        <p:nvSpPr>
          <p:cNvPr id="7" name="Triangolo 6">
            <a:extLst>
              <a:ext uri="{FF2B5EF4-FFF2-40B4-BE49-F238E27FC236}">
                <a16:creationId xmlns:a16="http://schemas.microsoft.com/office/drawing/2014/main" id="{C78B58A8-5AE3-13FE-A891-E8572CCD3187}"/>
              </a:ext>
            </a:extLst>
          </p:cNvPr>
          <p:cNvSpPr/>
          <p:nvPr/>
        </p:nvSpPr>
        <p:spPr>
          <a:xfrm rot="5400000">
            <a:off x="1145085" y="1792054"/>
            <a:ext cx="390870" cy="24386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390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81B6A05-E43E-A83F-86E8-7F1DB4263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225" y="1280160"/>
            <a:ext cx="8854621" cy="4864608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956C2A74-3EFD-1E64-B020-E55214168E2F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Utente, click dx, Group Managed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71E5A7-2B58-7E18-5AFB-0FB75E64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741" y="4515842"/>
            <a:ext cx="1529028" cy="1496724"/>
          </a:xfrm>
          <a:prstGeom prst="rect">
            <a:avLst/>
          </a:prstGeom>
        </p:spPr>
      </p:pic>
      <p:sp>
        <p:nvSpPr>
          <p:cNvPr id="8" name="Triangolo 7">
            <a:extLst>
              <a:ext uri="{FF2B5EF4-FFF2-40B4-BE49-F238E27FC236}">
                <a16:creationId xmlns:a16="http://schemas.microsoft.com/office/drawing/2014/main" id="{E22713F8-DAF7-A0B8-4454-52BC3F54B5F2}"/>
              </a:ext>
            </a:extLst>
          </p:cNvPr>
          <p:cNvSpPr/>
          <p:nvPr/>
        </p:nvSpPr>
        <p:spPr>
          <a:xfrm rot="5400000">
            <a:off x="2807115" y="4935792"/>
            <a:ext cx="404476" cy="2523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5809132D-C2EA-FE7E-3765-33A0723986CB}"/>
              </a:ext>
            </a:extLst>
          </p:cNvPr>
          <p:cNvSpPr/>
          <p:nvPr/>
        </p:nvSpPr>
        <p:spPr>
          <a:xfrm rot="5400000">
            <a:off x="1552104" y="3586287"/>
            <a:ext cx="404476" cy="2523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342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AD0D-318E-DAA4-01FB-0E1BDD5C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8AA787-BB56-FFE1-6F39-18D21A82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67" y="1280160"/>
            <a:ext cx="10205817" cy="428195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A321DE6-311B-46D2-B82E-51761946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7" y="4678347"/>
            <a:ext cx="1498069" cy="1466420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3587E06-F397-0F2C-B287-FA46D4EAE3C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Create new</a:t>
            </a:r>
          </a:p>
        </p:txBody>
      </p:sp>
      <p:sp>
        <p:nvSpPr>
          <p:cNvPr id="8" name="Triangolo 7">
            <a:extLst>
              <a:ext uri="{FF2B5EF4-FFF2-40B4-BE49-F238E27FC236}">
                <a16:creationId xmlns:a16="http://schemas.microsoft.com/office/drawing/2014/main" id="{489D721C-9D03-29A4-2567-39368CE40A29}"/>
              </a:ext>
            </a:extLst>
          </p:cNvPr>
          <p:cNvSpPr/>
          <p:nvPr/>
        </p:nvSpPr>
        <p:spPr>
          <a:xfrm rot="5400000">
            <a:off x="8461504" y="2792386"/>
            <a:ext cx="396286" cy="247241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9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2915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90F0D-E258-AE55-039C-A74DB862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3F78513-7795-2ACB-4FBC-532F7F5E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96" y="1280160"/>
            <a:ext cx="9158358" cy="4802293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01C90022-0696-78E6-F2BF-3FBE9E7B7B5D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il gruppo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B7C2BC0-77E5-266A-A022-261F938C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682" y="4613155"/>
            <a:ext cx="1564668" cy="1531612"/>
          </a:xfrm>
          <a:prstGeom prst="rect">
            <a:avLst/>
          </a:prstGeom>
        </p:spPr>
      </p:pic>
      <p:sp>
        <p:nvSpPr>
          <p:cNvPr id="8" name="Triangolo 7">
            <a:extLst>
              <a:ext uri="{FF2B5EF4-FFF2-40B4-BE49-F238E27FC236}">
                <a16:creationId xmlns:a16="http://schemas.microsoft.com/office/drawing/2014/main" id="{624FB8E4-6D39-B859-946B-32E443FC7A81}"/>
              </a:ext>
            </a:extLst>
          </p:cNvPr>
          <p:cNvSpPr/>
          <p:nvPr/>
        </p:nvSpPr>
        <p:spPr>
          <a:xfrm rot="5400000">
            <a:off x="3897465" y="4564098"/>
            <a:ext cx="413904" cy="25823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6713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1577-8E9C-A23D-22FB-05AFC75E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444FF80-14B5-B5C5-26E2-96CD5CDA0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21" y="1314841"/>
            <a:ext cx="9504346" cy="42814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6BE40A-525B-500C-E430-45D144383975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Torna Indietro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F701F74-7C69-80E5-D8CE-ECDDE87E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559" y="1280160"/>
            <a:ext cx="9504346" cy="4281439"/>
          </a:xfrm>
          <a:prstGeom prst="rect">
            <a:avLst/>
          </a:prstGeom>
        </p:spPr>
      </p:pic>
      <p:sp>
        <p:nvSpPr>
          <p:cNvPr id="7" name="Triangolo 6">
            <a:extLst>
              <a:ext uri="{FF2B5EF4-FFF2-40B4-BE49-F238E27FC236}">
                <a16:creationId xmlns:a16="http://schemas.microsoft.com/office/drawing/2014/main" id="{F3D49501-A326-FAC3-DE16-2582508EBB96}"/>
              </a:ext>
            </a:extLst>
          </p:cNvPr>
          <p:cNvSpPr/>
          <p:nvPr/>
        </p:nvSpPr>
        <p:spPr>
          <a:xfrm rot="5400000">
            <a:off x="2489716" y="4912054"/>
            <a:ext cx="381195" cy="23782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3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FF4B445-6F75-A151-A823-EEC07E04A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012" y="4734191"/>
            <a:ext cx="1441020" cy="1410576"/>
          </a:xfrm>
          <a:prstGeom prst="rect">
            <a:avLst/>
          </a:prstGeom>
        </p:spPr>
      </p:pic>
      <p:sp>
        <p:nvSpPr>
          <p:cNvPr id="8" name="Triangolo 7">
            <a:extLst>
              <a:ext uri="{FF2B5EF4-FFF2-40B4-BE49-F238E27FC236}">
                <a16:creationId xmlns:a16="http://schemas.microsoft.com/office/drawing/2014/main" id="{30F6CCF8-02DA-46CF-BD17-3EED7ECC938C}"/>
              </a:ext>
            </a:extLst>
          </p:cNvPr>
          <p:cNvSpPr/>
          <p:nvPr/>
        </p:nvSpPr>
        <p:spPr>
          <a:xfrm rot="5400000">
            <a:off x="1312045" y="1803551"/>
            <a:ext cx="381195" cy="23782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3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7842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AD25881-DEC6-C933-D231-E0D22C6D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59" y="1280160"/>
            <a:ext cx="10057432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F574FA09-4C81-63C7-2D39-650C8B64B828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Visualizza la griglia con le nuove autorizzazioni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816CB5F-0FBE-2314-3D26-5394E04E4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916" y="4507630"/>
            <a:ext cx="1536271" cy="1503815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201E7D41-E461-B6CB-E253-13EDA03F3203}"/>
              </a:ext>
            </a:extLst>
          </p:cNvPr>
          <p:cNvSpPr/>
          <p:nvPr/>
        </p:nvSpPr>
        <p:spPr>
          <a:xfrm rot="5400000">
            <a:off x="2059973" y="3840017"/>
            <a:ext cx="406392" cy="253546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3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846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23105D7-A10F-ECBC-F192-57213B23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52" y="1280160"/>
            <a:ext cx="2979294" cy="484632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44933FE-5DB6-1A02-9B2A-8CD165FBF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565" y="4724277"/>
            <a:ext cx="1048266" cy="140220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5CFDEB2-74AE-32BB-D044-5C11C99F80E7}"/>
              </a:ext>
            </a:extLst>
          </p:cNvPr>
          <p:cNvSpPr txBox="1"/>
          <p:nvPr/>
        </p:nvSpPr>
        <p:spPr>
          <a:xfrm>
            <a:off x="5029200" y="2148840"/>
            <a:ext cx="6035040" cy="2048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300" b="0">
                <a:solidFill>
                  <a:srgbClr val="5B6B70"/>
                </a:solidFill>
                <a:latin typeface="Calibri"/>
              </a:rPr>
              <a:t>L’utente si collega e vede il gruppo di primo livello assegnato e tutte le sedi sottostanti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3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300" b="0">
                <a:solidFill>
                  <a:srgbClr val="5B6B70"/>
                </a:solidFill>
                <a:latin typeface="Calibri"/>
              </a:rPr>
              <a:t>Il reporting consoliderà e mostrerà esclusivamente i dati delle sedi selezionate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8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Accesso al gruppo e consolidamento delle sedi</a:t>
            </a:r>
          </a:p>
        </p:txBody>
      </p:sp>
    </p:spTree>
    <p:extLst>
      <p:ext uri="{BB962C8B-B14F-4D97-AF65-F5344CB8AC3E}">
        <p14:creationId xmlns:p14="http://schemas.microsoft.com/office/powerpoint/2010/main" val="903531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46C6A-C7F4-32EE-CE62-104E6ADF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A9276-17C4-E81C-7212-4C3C77EAEB50}"/>
              </a:ext>
            </a:extLst>
          </p:cNvPr>
          <p:cNvSpPr txBox="1"/>
          <p:nvPr/>
        </p:nvSpPr>
        <p:spPr>
          <a:xfrm>
            <a:off x="1210567" y="1270717"/>
            <a:ext cx="4007828" cy="2354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930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930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1204A-961E-5AC2-C23F-E6C955783FE7}"/>
              </a:ext>
            </a:extLst>
          </p:cNvPr>
          <p:cNvSpPr txBox="1"/>
          <p:nvPr/>
        </p:nvSpPr>
        <p:spPr>
          <a:xfrm>
            <a:off x="1825907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27734-C28A-CA3C-8D17-85CA5785EE42}"/>
              </a:ext>
            </a:extLst>
          </p:cNvPr>
          <p:cNvSpPr txBox="1"/>
          <p:nvPr/>
        </p:nvSpPr>
        <p:spPr>
          <a:xfrm>
            <a:off x="3759502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1C938-B1E1-738F-DED3-758E173977FC}"/>
              </a:ext>
            </a:extLst>
          </p:cNvPr>
          <p:cNvSpPr txBox="1"/>
          <p:nvPr/>
        </p:nvSpPr>
        <p:spPr>
          <a:xfrm>
            <a:off x="5770441" y="1523673"/>
            <a:ext cx="904415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281A6-0F80-02B7-172F-62CDDE63D012}"/>
              </a:ext>
            </a:extLst>
          </p:cNvPr>
          <p:cNvSpPr txBox="1"/>
          <p:nvPr/>
        </p:nvSpPr>
        <p:spPr>
          <a:xfrm>
            <a:off x="8852273" y="1466685"/>
            <a:ext cx="657552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50CC6C-C5E8-09FB-79F3-AC62BD0BDD05}"/>
              </a:ext>
            </a:extLst>
          </p:cNvPr>
          <p:cNvSpPr/>
          <p:nvPr/>
        </p:nvSpPr>
        <p:spPr>
          <a:xfrm>
            <a:off x="1524013" y="2954653"/>
            <a:ext cx="1508204" cy="556875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100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100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56915E-7408-44B1-7780-2F850DE910FC}"/>
              </a:ext>
            </a:extLst>
          </p:cNvPr>
          <p:cNvSpPr/>
          <p:nvPr/>
        </p:nvSpPr>
        <p:spPr>
          <a:xfrm>
            <a:off x="3457608" y="1987855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FA7E156-3B4B-8C39-B7A3-AE8B882D8E4C}"/>
              </a:ext>
            </a:extLst>
          </p:cNvPr>
          <p:cNvSpPr/>
          <p:nvPr/>
        </p:nvSpPr>
        <p:spPr>
          <a:xfrm>
            <a:off x="3457608" y="3380044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A41B35-BD31-5A00-4A06-8B53BE607519}"/>
              </a:ext>
            </a:extLst>
          </p:cNvPr>
          <p:cNvSpPr/>
          <p:nvPr/>
        </p:nvSpPr>
        <p:spPr>
          <a:xfrm>
            <a:off x="3457608" y="4926920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FF9B971D-BB40-EA0E-E5FA-48B0DD8DB0CB}"/>
              </a:ext>
            </a:extLst>
          </p:cNvPr>
          <p:cNvCxnSpPr/>
          <p:nvPr/>
        </p:nvCxnSpPr>
        <p:spPr>
          <a:xfrm>
            <a:off x="30322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7F18C377-9B45-4223-F2B9-22970B16E460}"/>
              </a:ext>
            </a:extLst>
          </p:cNvPr>
          <p:cNvCxnSpPr/>
          <p:nvPr/>
        </p:nvCxnSpPr>
        <p:spPr>
          <a:xfrm>
            <a:off x="3225577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8CE5011F-6AD3-7356-24C1-D7EBF1A9656B}"/>
              </a:ext>
            </a:extLst>
          </p:cNvPr>
          <p:cNvCxnSpPr/>
          <p:nvPr/>
        </p:nvCxnSpPr>
        <p:spPr>
          <a:xfrm>
            <a:off x="3225577" y="221215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46F21B66-1CD8-EE66-4454-CD4E6C68B7B4}"/>
              </a:ext>
            </a:extLst>
          </p:cNvPr>
          <p:cNvCxnSpPr/>
          <p:nvPr/>
        </p:nvCxnSpPr>
        <p:spPr>
          <a:xfrm>
            <a:off x="30322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8939DE98-4943-EFF0-770E-FD6F66CB94AB}"/>
              </a:ext>
            </a:extLst>
          </p:cNvPr>
          <p:cNvCxnSpPr/>
          <p:nvPr/>
        </p:nvCxnSpPr>
        <p:spPr>
          <a:xfrm>
            <a:off x="3225577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5DD67CD2-5802-DF71-5D4D-A732C4B05FFA}"/>
              </a:ext>
            </a:extLst>
          </p:cNvPr>
          <p:cNvCxnSpPr/>
          <p:nvPr/>
        </p:nvCxnSpPr>
        <p:spPr>
          <a:xfrm>
            <a:off x="3225577" y="3604341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AE9A4D11-85FF-656D-3627-1DFAAC96CC6A}"/>
              </a:ext>
            </a:extLst>
          </p:cNvPr>
          <p:cNvCxnSpPr/>
          <p:nvPr/>
        </p:nvCxnSpPr>
        <p:spPr>
          <a:xfrm>
            <a:off x="30322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276C680E-9791-A03A-A92E-B07AB026F1B7}"/>
              </a:ext>
            </a:extLst>
          </p:cNvPr>
          <p:cNvCxnSpPr/>
          <p:nvPr/>
        </p:nvCxnSpPr>
        <p:spPr>
          <a:xfrm>
            <a:off x="3225577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48C3EF86-A4BB-F3F0-1738-71748FC33CA3}"/>
              </a:ext>
            </a:extLst>
          </p:cNvPr>
          <p:cNvCxnSpPr/>
          <p:nvPr/>
        </p:nvCxnSpPr>
        <p:spPr>
          <a:xfrm>
            <a:off x="3225577" y="5151217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F12F63D-7EFE-D859-2EA7-CABF13A8A9A1}"/>
              </a:ext>
            </a:extLst>
          </p:cNvPr>
          <p:cNvSpPr/>
          <p:nvPr/>
        </p:nvSpPr>
        <p:spPr>
          <a:xfrm>
            <a:off x="5337062" y="1755824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501F1C02-AD52-6B18-C584-27B21BA0D102}"/>
              </a:ext>
            </a:extLst>
          </p:cNvPr>
          <p:cNvCxnSpPr/>
          <p:nvPr/>
        </p:nvCxnSpPr>
        <p:spPr>
          <a:xfrm>
            <a:off x="48884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51413C2C-4745-8984-CED0-151555EC9BAA}"/>
              </a:ext>
            </a:extLst>
          </p:cNvPr>
          <p:cNvCxnSpPr/>
          <p:nvPr/>
        </p:nvCxnSpPr>
        <p:spPr>
          <a:xfrm flipV="1">
            <a:off x="5105031" y="1941449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2352D28-3360-79F1-8358-65A9A206E0C2}"/>
              </a:ext>
            </a:extLst>
          </p:cNvPr>
          <p:cNvCxnSpPr/>
          <p:nvPr/>
        </p:nvCxnSpPr>
        <p:spPr>
          <a:xfrm>
            <a:off x="5105031" y="1941449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EFF4A30-66DD-1F9E-1622-73805EBB76EA}"/>
              </a:ext>
            </a:extLst>
          </p:cNvPr>
          <p:cNvCxnSpPr/>
          <p:nvPr/>
        </p:nvCxnSpPr>
        <p:spPr>
          <a:xfrm>
            <a:off x="71005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338946B-BF07-6E80-6AC8-348D51FE5DD5}"/>
              </a:ext>
            </a:extLst>
          </p:cNvPr>
          <p:cNvCxnSpPr/>
          <p:nvPr/>
        </p:nvCxnSpPr>
        <p:spPr>
          <a:xfrm>
            <a:off x="72706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4752B3D7-E720-0515-1756-91270C480AEC}"/>
              </a:ext>
            </a:extLst>
          </p:cNvPr>
          <p:cNvCxnSpPr/>
          <p:nvPr/>
        </p:nvCxnSpPr>
        <p:spPr>
          <a:xfrm>
            <a:off x="7270657" y="1616605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FCAE2CE-0573-E814-F80A-6B12C8F9B067}"/>
              </a:ext>
            </a:extLst>
          </p:cNvPr>
          <p:cNvSpPr/>
          <p:nvPr/>
        </p:nvSpPr>
        <p:spPr>
          <a:xfrm>
            <a:off x="7479486" y="1485121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0AC05DF7-85AB-6E54-9A56-FD6364B55E0B}"/>
              </a:ext>
            </a:extLst>
          </p:cNvPr>
          <p:cNvCxnSpPr/>
          <p:nvPr/>
        </p:nvCxnSpPr>
        <p:spPr>
          <a:xfrm>
            <a:off x="71005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A0886DA0-A8EE-AC5C-B311-EBE2CAD31CC2}"/>
              </a:ext>
            </a:extLst>
          </p:cNvPr>
          <p:cNvCxnSpPr/>
          <p:nvPr/>
        </p:nvCxnSpPr>
        <p:spPr>
          <a:xfrm>
            <a:off x="72706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8DE1EECA-11A8-F7B2-B88E-9B77462DFE9E}"/>
              </a:ext>
            </a:extLst>
          </p:cNvPr>
          <p:cNvCxnSpPr/>
          <p:nvPr/>
        </p:nvCxnSpPr>
        <p:spPr>
          <a:xfrm>
            <a:off x="7270657" y="1941449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BCD700A-B458-9ADD-AD44-65B5759A1550}"/>
              </a:ext>
            </a:extLst>
          </p:cNvPr>
          <p:cNvSpPr/>
          <p:nvPr/>
        </p:nvSpPr>
        <p:spPr>
          <a:xfrm>
            <a:off x="7479486" y="1809965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7DED40EA-7C4D-7717-B761-26A831D80D02}"/>
              </a:ext>
            </a:extLst>
          </p:cNvPr>
          <p:cNvCxnSpPr/>
          <p:nvPr/>
        </p:nvCxnSpPr>
        <p:spPr>
          <a:xfrm>
            <a:off x="71005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3A882287-B111-7870-35DF-9876D6EEB9CF}"/>
              </a:ext>
            </a:extLst>
          </p:cNvPr>
          <p:cNvCxnSpPr/>
          <p:nvPr/>
        </p:nvCxnSpPr>
        <p:spPr>
          <a:xfrm>
            <a:off x="72706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A856D595-3805-36A6-5AD9-04D25B568F27}"/>
              </a:ext>
            </a:extLst>
          </p:cNvPr>
          <p:cNvCxnSpPr/>
          <p:nvPr/>
        </p:nvCxnSpPr>
        <p:spPr>
          <a:xfrm>
            <a:off x="7270657" y="226629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004505D-CB0B-D3BC-0EF7-70A6A0B4233A}"/>
              </a:ext>
            </a:extLst>
          </p:cNvPr>
          <p:cNvSpPr/>
          <p:nvPr/>
        </p:nvSpPr>
        <p:spPr>
          <a:xfrm>
            <a:off x="7479486" y="2134809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37CE669-4ADF-D041-AD14-752A2136B73B}"/>
              </a:ext>
            </a:extLst>
          </p:cNvPr>
          <p:cNvSpPr/>
          <p:nvPr/>
        </p:nvSpPr>
        <p:spPr>
          <a:xfrm>
            <a:off x="5337062" y="283863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570B14E5-E2A9-416C-09F6-FF0006319B52}"/>
              </a:ext>
            </a:extLst>
          </p:cNvPr>
          <p:cNvCxnSpPr/>
          <p:nvPr/>
        </p:nvCxnSpPr>
        <p:spPr>
          <a:xfrm>
            <a:off x="48884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264DDB1F-7482-F9B9-CD71-7C9C1BC69AD5}"/>
              </a:ext>
            </a:extLst>
          </p:cNvPr>
          <p:cNvCxnSpPr/>
          <p:nvPr/>
        </p:nvCxnSpPr>
        <p:spPr>
          <a:xfrm>
            <a:off x="5105031" y="2212152"/>
            <a:ext cx="0" cy="81210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ABFE149-C759-F0A5-6D8D-801FE91741F5}"/>
              </a:ext>
            </a:extLst>
          </p:cNvPr>
          <p:cNvCxnSpPr/>
          <p:nvPr/>
        </p:nvCxnSpPr>
        <p:spPr>
          <a:xfrm>
            <a:off x="5105031" y="302426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0963DEF3-CFCD-6337-9945-5456A14C5DB2}"/>
              </a:ext>
            </a:extLst>
          </p:cNvPr>
          <p:cNvCxnSpPr/>
          <p:nvPr/>
        </p:nvCxnSpPr>
        <p:spPr>
          <a:xfrm>
            <a:off x="71005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8605317C-FB3C-EF4F-E2DA-C01E29FC968E}"/>
              </a:ext>
            </a:extLst>
          </p:cNvPr>
          <p:cNvCxnSpPr/>
          <p:nvPr/>
        </p:nvCxnSpPr>
        <p:spPr>
          <a:xfrm>
            <a:off x="72706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F0E6FE54-60C0-B138-7CA7-4C0D2EE97701}"/>
              </a:ext>
            </a:extLst>
          </p:cNvPr>
          <p:cNvCxnSpPr/>
          <p:nvPr/>
        </p:nvCxnSpPr>
        <p:spPr>
          <a:xfrm>
            <a:off x="7270657" y="2861840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2DB94E4-2479-D7A3-A199-22DE515822C2}"/>
              </a:ext>
            </a:extLst>
          </p:cNvPr>
          <p:cNvSpPr/>
          <p:nvPr/>
        </p:nvSpPr>
        <p:spPr>
          <a:xfrm>
            <a:off x="7479486" y="2730356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47287263-02CF-D01C-0D39-32C1D3D2342C}"/>
              </a:ext>
            </a:extLst>
          </p:cNvPr>
          <p:cNvCxnSpPr/>
          <p:nvPr/>
        </p:nvCxnSpPr>
        <p:spPr>
          <a:xfrm>
            <a:off x="71005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3315437D-29C3-9EFD-D65A-87E6BDB82DDD}"/>
              </a:ext>
            </a:extLst>
          </p:cNvPr>
          <p:cNvCxnSpPr/>
          <p:nvPr/>
        </p:nvCxnSpPr>
        <p:spPr>
          <a:xfrm>
            <a:off x="72706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62A2F26B-E7E8-7BD6-C2DF-EFC6E1B9FCC4}"/>
              </a:ext>
            </a:extLst>
          </p:cNvPr>
          <p:cNvCxnSpPr/>
          <p:nvPr/>
        </p:nvCxnSpPr>
        <p:spPr>
          <a:xfrm>
            <a:off x="7270657" y="3186684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3CCDCD4-01E8-6A16-A3EC-5C1102E6E2FC}"/>
              </a:ext>
            </a:extLst>
          </p:cNvPr>
          <p:cNvSpPr/>
          <p:nvPr/>
        </p:nvSpPr>
        <p:spPr>
          <a:xfrm>
            <a:off x="7479486" y="3055200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5B87F0E-08B3-CD7C-E154-DDD990B9AF86}"/>
              </a:ext>
            </a:extLst>
          </p:cNvPr>
          <p:cNvSpPr/>
          <p:nvPr/>
        </p:nvSpPr>
        <p:spPr>
          <a:xfrm>
            <a:off x="5337062" y="3689419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653C3932-C71C-8848-24FD-65B0414EB06B}"/>
              </a:ext>
            </a:extLst>
          </p:cNvPr>
          <p:cNvCxnSpPr/>
          <p:nvPr/>
        </p:nvCxnSpPr>
        <p:spPr>
          <a:xfrm>
            <a:off x="48884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C31035B5-CA43-B721-68F4-0F32F6E4AE42}"/>
              </a:ext>
            </a:extLst>
          </p:cNvPr>
          <p:cNvCxnSpPr/>
          <p:nvPr/>
        </p:nvCxnSpPr>
        <p:spPr>
          <a:xfrm>
            <a:off x="5105031" y="3604341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7C880158-FB82-4FF4-556D-A9FBC28F9A8A}"/>
              </a:ext>
            </a:extLst>
          </p:cNvPr>
          <p:cNvCxnSpPr/>
          <p:nvPr/>
        </p:nvCxnSpPr>
        <p:spPr>
          <a:xfrm>
            <a:off x="5105031" y="3875044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F7C05CFB-7EEF-AD9E-F10B-1DB92461B27C}"/>
              </a:ext>
            </a:extLst>
          </p:cNvPr>
          <p:cNvCxnSpPr/>
          <p:nvPr/>
        </p:nvCxnSpPr>
        <p:spPr>
          <a:xfrm>
            <a:off x="71005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7A4E6163-87BD-330C-E5CF-882A7E8D040A}"/>
              </a:ext>
            </a:extLst>
          </p:cNvPr>
          <p:cNvCxnSpPr/>
          <p:nvPr/>
        </p:nvCxnSpPr>
        <p:spPr>
          <a:xfrm>
            <a:off x="72706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A701A031-5ABC-B37B-B700-9A728EDC0142}"/>
              </a:ext>
            </a:extLst>
          </p:cNvPr>
          <p:cNvCxnSpPr/>
          <p:nvPr/>
        </p:nvCxnSpPr>
        <p:spPr>
          <a:xfrm>
            <a:off x="7270657" y="3712622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AA73C9C-2FFC-C30D-DD46-4B2A62FEC6A7}"/>
              </a:ext>
            </a:extLst>
          </p:cNvPr>
          <p:cNvSpPr/>
          <p:nvPr/>
        </p:nvSpPr>
        <p:spPr>
          <a:xfrm>
            <a:off x="7479486" y="358113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5455B9C0-BFC7-C734-3B03-5860F321F12F}"/>
              </a:ext>
            </a:extLst>
          </p:cNvPr>
          <p:cNvCxnSpPr/>
          <p:nvPr/>
        </p:nvCxnSpPr>
        <p:spPr>
          <a:xfrm>
            <a:off x="71005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5D0D108A-E1EA-0E2F-1637-C582EBC04CD7}"/>
              </a:ext>
            </a:extLst>
          </p:cNvPr>
          <p:cNvCxnSpPr/>
          <p:nvPr/>
        </p:nvCxnSpPr>
        <p:spPr>
          <a:xfrm>
            <a:off x="72706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8BC2227B-F84A-A12A-F274-590967F13D0C}"/>
              </a:ext>
            </a:extLst>
          </p:cNvPr>
          <p:cNvCxnSpPr/>
          <p:nvPr/>
        </p:nvCxnSpPr>
        <p:spPr>
          <a:xfrm>
            <a:off x="7270657" y="4037466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1889742-995A-D130-A00A-6B29AED48EEB}"/>
              </a:ext>
            </a:extLst>
          </p:cNvPr>
          <p:cNvSpPr/>
          <p:nvPr/>
        </p:nvSpPr>
        <p:spPr>
          <a:xfrm>
            <a:off x="7479486" y="3905982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8A4695C-51B9-B253-AE54-8BA2772095FA}"/>
              </a:ext>
            </a:extLst>
          </p:cNvPr>
          <p:cNvSpPr/>
          <p:nvPr/>
        </p:nvSpPr>
        <p:spPr>
          <a:xfrm>
            <a:off x="5337062" y="4385513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39D2A7CF-8F45-CD3F-97B6-C26248868FDA}"/>
              </a:ext>
            </a:extLst>
          </p:cNvPr>
          <p:cNvCxnSpPr/>
          <p:nvPr/>
        </p:nvCxnSpPr>
        <p:spPr>
          <a:xfrm>
            <a:off x="48884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2C72C412-FD11-36D6-3C1A-1FC961EE7787}"/>
              </a:ext>
            </a:extLst>
          </p:cNvPr>
          <p:cNvCxnSpPr/>
          <p:nvPr/>
        </p:nvCxnSpPr>
        <p:spPr>
          <a:xfrm>
            <a:off x="5105031" y="3604341"/>
            <a:ext cx="0" cy="96679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CD84979F-6AF6-983F-56A0-F8A931CF9579}"/>
              </a:ext>
            </a:extLst>
          </p:cNvPr>
          <p:cNvCxnSpPr/>
          <p:nvPr/>
        </p:nvCxnSpPr>
        <p:spPr>
          <a:xfrm>
            <a:off x="5105031" y="4571138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4FED4CD7-82C9-44C1-A7E4-2806FE55F620}"/>
              </a:ext>
            </a:extLst>
          </p:cNvPr>
          <p:cNvCxnSpPr/>
          <p:nvPr/>
        </p:nvCxnSpPr>
        <p:spPr>
          <a:xfrm>
            <a:off x="7100501" y="4571138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A4692B32-EF61-CFA5-223C-85BE0F6F57A0}"/>
              </a:ext>
            </a:extLst>
          </p:cNvPr>
          <p:cNvCxnSpPr/>
          <p:nvPr/>
        </p:nvCxnSpPr>
        <p:spPr>
          <a:xfrm>
            <a:off x="7270657" y="4571138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3773796-36C8-7F04-69A1-C0606B4C7F50}"/>
              </a:ext>
            </a:extLst>
          </p:cNvPr>
          <p:cNvSpPr/>
          <p:nvPr/>
        </p:nvSpPr>
        <p:spPr>
          <a:xfrm>
            <a:off x="7479486" y="4439654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78F4D20-E3F8-CC59-26AB-9DBB4C895D13}"/>
              </a:ext>
            </a:extLst>
          </p:cNvPr>
          <p:cNvSpPr/>
          <p:nvPr/>
        </p:nvSpPr>
        <p:spPr>
          <a:xfrm>
            <a:off x="5337062" y="508160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6B14AE0D-FBA5-3BE1-E266-07A46CDFBF28}"/>
              </a:ext>
            </a:extLst>
          </p:cNvPr>
          <p:cNvCxnSpPr/>
          <p:nvPr/>
        </p:nvCxnSpPr>
        <p:spPr>
          <a:xfrm>
            <a:off x="48884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762F479C-80CE-4DF0-7C62-35B17C2FF92A}"/>
              </a:ext>
            </a:extLst>
          </p:cNvPr>
          <p:cNvCxnSpPr/>
          <p:nvPr/>
        </p:nvCxnSpPr>
        <p:spPr>
          <a:xfrm>
            <a:off x="5105031" y="5151217"/>
            <a:ext cx="0" cy="11601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0861738F-6B16-DB9C-13EA-CC1FAA535C18}"/>
              </a:ext>
            </a:extLst>
          </p:cNvPr>
          <p:cNvCxnSpPr/>
          <p:nvPr/>
        </p:nvCxnSpPr>
        <p:spPr>
          <a:xfrm>
            <a:off x="5105031" y="526723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3E6D2737-AB90-CB44-EAD9-9E6F8CB05890}"/>
              </a:ext>
            </a:extLst>
          </p:cNvPr>
          <p:cNvCxnSpPr/>
          <p:nvPr/>
        </p:nvCxnSpPr>
        <p:spPr>
          <a:xfrm>
            <a:off x="7100501" y="526723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7C35F97C-803F-D710-F451-966BCF085E9B}"/>
              </a:ext>
            </a:extLst>
          </p:cNvPr>
          <p:cNvCxnSpPr/>
          <p:nvPr/>
        </p:nvCxnSpPr>
        <p:spPr>
          <a:xfrm>
            <a:off x="7270657" y="526723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D0138C90-1AB8-ED5F-660E-82609C1FF288}"/>
              </a:ext>
            </a:extLst>
          </p:cNvPr>
          <p:cNvSpPr/>
          <p:nvPr/>
        </p:nvSpPr>
        <p:spPr>
          <a:xfrm>
            <a:off x="7479486" y="513574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CA6136B-0A53-405E-E9C2-1BC54E240F9E}"/>
              </a:ext>
            </a:extLst>
          </p:cNvPr>
          <p:cNvSpPr/>
          <p:nvPr/>
        </p:nvSpPr>
        <p:spPr>
          <a:xfrm>
            <a:off x="5337062" y="5700358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430A7650-6EB8-BE93-731A-458D203268A3}"/>
              </a:ext>
            </a:extLst>
          </p:cNvPr>
          <p:cNvCxnSpPr/>
          <p:nvPr/>
        </p:nvCxnSpPr>
        <p:spPr>
          <a:xfrm>
            <a:off x="48884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B27D6C92-0F38-55EB-088E-8E38EAE7E347}"/>
              </a:ext>
            </a:extLst>
          </p:cNvPr>
          <p:cNvCxnSpPr/>
          <p:nvPr/>
        </p:nvCxnSpPr>
        <p:spPr>
          <a:xfrm>
            <a:off x="5105031" y="5151217"/>
            <a:ext cx="0" cy="73476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07D75228-86B2-1142-27B9-5AC9E8706162}"/>
              </a:ext>
            </a:extLst>
          </p:cNvPr>
          <p:cNvCxnSpPr/>
          <p:nvPr/>
        </p:nvCxnSpPr>
        <p:spPr>
          <a:xfrm>
            <a:off x="5105031" y="588598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6E99624B-DBBA-5DE9-F736-A9D7DFD92E26}"/>
              </a:ext>
            </a:extLst>
          </p:cNvPr>
          <p:cNvCxnSpPr/>
          <p:nvPr/>
        </p:nvCxnSpPr>
        <p:spPr>
          <a:xfrm>
            <a:off x="7100501" y="588598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1175FED7-5698-C682-1B98-321B8B7FFC50}"/>
              </a:ext>
            </a:extLst>
          </p:cNvPr>
          <p:cNvCxnSpPr/>
          <p:nvPr/>
        </p:nvCxnSpPr>
        <p:spPr>
          <a:xfrm>
            <a:off x="7270657" y="588598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6038BB3-9E35-3FD1-4422-12FEA32EB8FD}"/>
              </a:ext>
            </a:extLst>
          </p:cNvPr>
          <p:cNvSpPr/>
          <p:nvPr/>
        </p:nvSpPr>
        <p:spPr>
          <a:xfrm>
            <a:off x="7479486" y="575449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05CA7BBB-B4B0-4CD5-A9BD-FF01C5641A69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3, l’utente è responsabile per i dati di un gruppo di secondo livello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C5C410E6-CE59-D188-6DFF-83B59884354E}"/>
              </a:ext>
            </a:extLst>
          </p:cNvPr>
          <p:cNvSpPr/>
          <p:nvPr/>
        </p:nvSpPr>
        <p:spPr>
          <a:xfrm>
            <a:off x="2779366" y="1329263"/>
            <a:ext cx="8199018" cy="217815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DDB1CE11-7B37-C03F-5619-798BEFC2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49" y="3981043"/>
            <a:ext cx="1617570" cy="2163724"/>
          </a:xfrm>
          <a:prstGeom prst="rect">
            <a:avLst/>
          </a:prstGeom>
        </p:spPr>
      </p:pic>
      <p:sp>
        <p:nvSpPr>
          <p:cNvPr id="85" name="Triangolo 84">
            <a:extLst>
              <a:ext uri="{FF2B5EF4-FFF2-40B4-BE49-F238E27FC236}">
                <a16:creationId xmlns:a16="http://schemas.microsoft.com/office/drawing/2014/main" id="{FF14E192-CB6A-D03E-7F99-59E036BEFFE8}"/>
              </a:ext>
            </a:extLst>
          </p:cNvPr>
          <p:cNvSpPr/>
          <p:nvPr/>
        </p:nvSpPr>
        <p:spPr>
          <a:xfrm rot="5400000">
            <a:off x="3108173" y="2063737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528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5D19785-B0F6-1424-6B8F-EAB5A748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095" y="1481328"/>
            <a:ext cx="6591645" cy="3914878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C58EAD2D-C3A0-48C3-555F-812F3C8DB466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 passaggi sono i medesimi del precedente, al momento di selezionare il gruppo si seleziona il gruppo di livello superiore identificato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37FBAAE-34CD-7FE5-2727-066A309EF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210" y="4647645"/>
            <a:ext cx="1529434" cy="1497122"/>
          </a:xfrm>
          <a:prstGeom prst="rect">
            <a:avLst/>
          </a:prstGeom>
        </p:spPr>
      </p:pic>
      <p:sp>
        <p:nvSpPr>
          <p:cNvPr id="7" name="Triangolo 6">
            <a:extLst>
              <a:ext uri="{FF2B5EF4-FFF2-40B4-BE49-F238E27FC236}">
                <a16:creationId xmlns:a16="http://schemas.microsoft.com/office/drawing/2014/main" id="{C44E97DA-D9CE-408A-C036-712DFE60B996}"/>
              </a:ext>
            </a:extLst>
          </p:cNvPr>
          <p:cNvSpPr/>
          <p:nvPr/>
        </p:nvSpPr>
        <p:spPr>
          <a:xfrm rot="5400000">
            <a:off x="3907718" y="3734412"/>
            <a:ext cx="404583" cy="25241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92878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0EF9-F44D-0C68-C2CA-7FA71153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519EAA-C143-1DF6-2BB3-B32D32FC23E9}"/>
              </a:ext>
            </a:extLst>
          </p:cNvPr>
          <p:cNvSpPr txBox="1"/>
          <p:nvPr/>
        </p:nvSpPr>
        <p:spPr>
          <a:xfrm>
            <a:off x="1032866" y="1270717"/>
            <a:ext cx="4007828" cy="2354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930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930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C2CA6-522C-FCBA-97C8-BCC4E0F315AA}"/>
              </a:ext>
            </a:extLst>
          </p:cNvPr>
          <p:cNvSpPr txBox="1"/>
          <p:nvPr/>
        </p:nvSpPr>
        <p:spPr>
          <a:xfrm>
            <a:off x="1648207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926DE-4DCE-6BB0-5B60-048F7F655A97}"/>
              </a:ext>
            </a:extLst>
          </p:cNvPr>
          <p:cNvSpPr txBox="1"/>
          <p:nvPr/>
        </p:nvSpPr>
        <p:spPr>
          <a:xfrm>
            <a:off x="3581802" y="1523673"/>
            <a:ext cx="904414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F9E85-099D-F6F6-E98C-93BF307DB2DF}"/>
              </a:ext>
            </a:extLst>
          </p:cNvPr>
          <p:cNvSpPr txBox="1"/>
          <p:nvPr/>
        </p:nvSpPr>
        <p:spPr>
          <a:xfrm>
            <a:off x="5592741" y="1523673"/>
            <a:ext cx="904415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5A3B4-D07F-BB30-AC09-EBC22A89CA2E}"/>
              </a:ext>
            </a:extLst>
          </p:cNvPr>
          <p:cNvSpPr txBox="1"/>
          <p:nvPr/>
        </p:nvSpPr>
        <p:spPr>
          <a:xfrm>
            <a:off x="8674572" y="1466685"/>
            <a:ext cx="657552" cy="2224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846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0F9797-D6A6-5959-ABAA-C050F49D57BF}"/>
              </a:ext>
            </a:extLst>
          </p:cNvPr>
          <p:cNvSpPr/>
          <p:nvPr/>
        </p:nvSpPr>
        <p:spPr>
          <a:xfrm>
            <a:off x="1346312" y="2954653"/>
            <a:ext cx="1508204" cy="556875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100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100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348B745-153C-11E9-266F-793C64D6C3F1}"/>
              </a:ext>
            </a:extLst>
          </p:cNvPr>
          <p:cNvSpPr/>
          <p:nvPr/>
        </p:nvSpPr>
        <p:spPr>
          <a:xfrm>
            <a:off x="3279908" y="1987855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B80901C-03F2-6CC7-EE8D-A0BA0CFB8CE8}"/>
              </a:ext>
            </a:extLst>
          </p:cNvPr>
          <p:cNvSpPr/>
          <p:nvPr/>
        </p:nvSpPr>
        <p:spPr>
          <a:xfrm>
            <a:off x="3279908" y="3380044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E54D019-0579-5533-0A7B-117E6246C8EF}"/>
              </a:ext>
            </a:extLst>
          </p:cNvPr>
          <p:cNvSpPr/>
          <p:nvPr/>
        </p:nvSpPr>
        <p:spPr>
          <a:xfrm>
            <a:off x="3279908" y="4926920"/>
            <a:ext cx="1430860" cy="448594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5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BF63872-2B8B-9F9C-3ABE-16B6E46AF94E}"/>
              </a:ext>
            </a:extLst>
          </p:cNvPr>
          <p:cNvCxnSpPr/>
          <p:nvPr/>
        </p:nvCxnSpPr>
        <p:spPr>
          <a:xfrm>
            <a:off x="28545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5CE8CA86-E1A9-C4E5-AACE-E16567ACFA20}"/>
              </a:ext>
            </a:extLst>
          </p:cNvPr>
          <p:cNvCxnSpPr/>
          <p:nvPr/>
        </p:nvCxnSpPr>
        <p:spPr>
          <a:xfrm>
            <a:off x="3047876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F85B1F84-A71D-FB1F-5467-8CDBDE961C77}"/>
              </a:ext>
            </a:extLst>
          </p:cNvPr>
          <p:cNvCxnSpPr/>
          <p:nvPr/>
        </p:nvCxnSpPr>
        <p:spPr>
          <a:xfrm>
            <a:off x="3047876" y="221215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529A82B6-F8F7-807E-778D-953E8C82DAE0}"/>
              </a:ext>
            </a:extLst>
          </p:cNvPr>
          <p:cNvCxnSpPr/>
          <p:nvPr/>
        </p:nvCxnSpPr>
        <p:spPr>
          <a:xfrm>
            <a:off x="28545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EA8FD4F5-9D3A-E82E-F8E3-99584406F4E0}"/>
              </a:ext>
            </a:extLst>
          </p:cNvPr>
          <p:cNvCxnSpPr/>
          <p:nvPr/>
        </p:nvCxnSpPr>
        <p:spPr>
          <a:xfrm>
            <a:off x="3047876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0B59C1B3-6E55-3FED-5477-78FD7B6B6069}"/>
              </a:ext>
            </a:extLst>
          </p:cNvPr>
          <p:cNvCxnSpPr/>
          <p:nvPr/>
        </p:nvCxnSpPr>
        <p:spPr>
          <a:xfrm>
            <a:off x="3047876" y="3604341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5876A38B-AC99-A7C0-5254-619ED98D2E04}"/>
              </a:ext>
            </a:extLst>
          </p:cNvPr>
          <p:cNvCxnSpPr/>
          <p:nvPr/>
        </p:nvCxnSpPr>
        <p:spPr>
          <a:xfrm>
            <a:off x="2854517" y="3233091"/>
            <a:ext cx="193359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527A4717-19BB-8D80-19FA-2B78366C0DE8}"/>
              </a:ext>
            </a:extLst>
          </p:cNvPr>
          <p:cNvCxnSpPr/>
          <p:nvPr/>
        </p:nvCxnSpPr>
        <p:spPr>
          <a:xfrm>
            <a:off x="3047876" y="2212152"/>
            <a:ext cx="0" cy="2939064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F049D763-EEA8-0DAA-861E-D2C0D1457315}"/>
              </a:ext>
            </a:extLst>
          </p:cNvPr>
          <p:cNvCxnSpPr/>
          <p:nvPr/>
        </p:nvCxnSpPr>
        <p:spPr>
          <a:xfrm>
            <a:off x="3047876" y="5151217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3C23E45-432D-DD17-B026-7BF55B5682EE}"/>
              </a:ext>
            </a:extLst>
          </p:cNvPr>
          <p:cNvSpPr/>
          <p:nvPr/>
        </p:nvSpPr>
        <p:spPr>
          <a:xfrm>
            <a:off x="5159362" y="1755824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2727FEA8-A435-EC13-97E9-B2081F7E5D78}"/>
              </a:ext>
            </a:extLst>
          </p:cNvPr>
          <p:cNvCxnSpPr/>
          <p:nvPr/>
        </p:nvCxnSpPr>
        <p:spPr>
          <a:xfrm>
            <a:off x="47107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21D70F23-9D45-8DF2-CF29-C2EB1F1B83E3}"/>
              </a:ext>
            </a:extLst>
          </p:cNvPr>
          <p:cNvCxnSpPr/>
          <p:nvPr/>
        </p:nvCxnSpPr>
        <p:spPr>
          <a:xfrm flipV="1">
            <a:off x="4927331" y="1941449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F0D03B7F-7296-FE5C-05AD-4A4750BFE927}"/>
              </a:ext>
            </a:extLst>
          </p:cNvPr>
          <p:cNvCxnSpPr/>
          <p:nvPr/>
        </p:nvCxnSpPr>
        <p:spPr>
          <a:xfrm>
            <a:off x="4927331" y="1941449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EA821E5-5702-39F0-D41F-1D23750F70CF}"/>
              </a:ext>
            </a:extLst>
          </p:cNvPr>
          <p:cNvCxnSpPr/>
          <p:nvPr/>
        </p:nvCxnSpPr>
        <p:spPr>
          <a:xfrm>
            <a:off x="69228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3E5B0DAC-F998-3591-0CF7-173F9EBE9AA6}"/>
              </a:ext>
            </a:extLst>
          </p:cNvPr>
          <p:cNvCxnSpPr/>
          <p:nvPr/>
        </p:nvCxnSpPr>
        <p:spPr>
          <a:xfrm>
            <a:off x="70929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EDF0E0A0-60E4-C425-648F-B70ACD4F57F8}"/>
              </a:ext>
            </a:extLst>
          </p:cNvPr>
          <p:cNvCxnSpPr/>
          <p:nvPr/>
        </p:nvCxnSpPr>
        <p:spPr>
          <a:xfrm>
            <a:off x="7092957" y="1616605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549254D-E86E-464F-8D88-00C48B7C779A}"/>
              </a:ext>
            </a:extLst>
          </p:cNvPr>
          <p:cNvSpPr/>
          <p:nvPr/>
        </p:nvSpPr>
        <p:spPr>
          <a:xfrm>
            <a:off x="7301785" y="1485121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BFA92941-F6DE-E643-1A80-F9C3FFBBF4C4}"/>
              </a:ext>
            </a:extLst>
          </p:cNvPr>
          <p:cNvCxnSpPr/>
          <p:nvPr/>
        </p:nvCxnSpPr>
        <p:spPr>
          <a:xfrm>
            <a:off x="69228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D995D356-C708-4414-7A1B-C8A829C4F9BF}"/>
              </a:ext>
            </a:extLst>
          </p:cNvPr>
          <p:cNvCxnSpPr/>
          <p:nvPr/>
        </p:nvCxnSpPr>
        <p:spPr>
          <a:xfrm>
            <a:off x="70929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EE3A0088-5A2B-8306-36A6-18060A4D2EF2}"/>
              </a:ext>
            </a:extLst>
          </p:cNvPr>
          <p:cNvCxnSpPr/>
          <p:nvPr/>
        </p:nvCxnSpPr>
        <p:spPr>
          <a:xfrm>
            <a:off x="7092957" y="1941449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3CBF526-C68C-79AF-7A59-EF6F720CDA97}"/>
              </a:ext>
            </a:extLst>
          </p:cNvPr>
          <p:cNvSpPr/>
          <p:nvPr/>
        </p:nvSpPr>
        <p:spPr>
          <a:xfrm>
            <a:off x="7301785" y="1809965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73617810-30DD-F618-455C-DA0542A7F72A}"/>
              </a:ext>
            </a:extLst>
          </p:cNvPr>
          <p:cNvCxnSpPr/>
          <p:nvPr/>
        </p:nvCxnSpPr>
        <p:spPr>
          <a:xfrm>
            <a:off x="6922801" y="1941449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C9291410-A546-2D95-0738-CE0803277133}"/>
              </a:ext>
            </a:extLst>
          </p:cNvPr>
          <p:cNvCxnSpPr/>
          <p:nvPr/>
        </p:nvCxnSpPr>
        <p:spPr>
          <a:xfrm>
            <a:off x="7092957" y="1616605"/>
            <a:ext cx="0" cy="64968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1247257E-97AE-53EC-A075-158ED9EC8442}"/>
              </a:ext>
            </a:extLst>
          </p:cNvPr>
          <p:cNvCxnSpPr/>
          <p:nvPr/>
        </p:nvCxnSpPr>
        <p:spPr>
          <a:xfrm>
            <a:off x="7092957" y="226629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8E1742D-E4A8-A8DC-0134-CCA25D27A6E6}"/>
              </a:ext>
            </a:extLst>
          </p:cNvPr>
          <p:cNvSpPr/>
          <p:nvPr/>
        </p:nvSpPr>
        <p:spPr>
          <a:xfrm>
            <a:off x="7301785" y="2134809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D688A7E-9EB4-7D22-00D7-C7F583798551}"/>
              </a:ext>
            </a:extLst>
          </p:cNvPr>
          <p:cNvSpPr/>
          <p:nvPr/>
        </p:nvSpPr>
        <p:spPr>
          <a:xfrm>
            <a:off x="5159362" y="283863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2CEFBEEE-E133-52FB-C3E6-2D0168E2402E}"/>
              </a:ext>
            </a:extLst>
          </p:cNvPr>
          <p:cNvCxnSpPr/>
          <p:nvPr/>
        </p:nvCxnSpPr>
        <p:spPr>
          <a:xfrm>
            <a:off x="4710768" y="2212152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FB41C615-3C2A-F102-CF65-A67238F7F543}"/>
              </a:ext>
            </a:extLst>
          </p:cNvPr>
          <p:cNvCxnSpPr/>
          <p:nvPr/>
        </p:nvCxnSpPr>
        <p:spPr>
          <a:xfrm>
            <a:off x="4927331" y="2212152"/>
            <a:ext cx="0" cy="812109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53D083DA-D898-B8C1-2953-5D96C093D663}"/>
              </a:ext>
            </a:extLst>
          </p:cNvPr>
          <p:cNvCxnSpPr/>
          <p:nvPr/>
        </p:nvCxnSpPr>
        <p:spPr>
          <a:xfrm>
            <a:off x="4927331" y="3024262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252D65C5-2397-9B1E-D04F-179D6AA94314}"/>
              </a:ext>
            </a:extLst>
          </p:cNvPr>
          <p:cNvCxnSpPr/>
          <p:nvPr/>
        </p:nvCxnSpPr>
        <p:spPr>
          <a:xfrm>
            <a:off x="69228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19D92FF4-6883-B2F2-B88B-E41AA1153FDF}"/>
              </a:ext>
            </a:extLst>
          </p:cNvPr>
          <p:cNvCxnSpPr/>
          <p:nvPr/>
        </p:nvCxnSpPr>
        <p:spPr>
          <a:xfrm>
            <a:off x="70929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A8026CEB-4200-BE57-B843-78C5132D41BF}"/>
              </a:ext>
            </a:extLst>
          </p:cNvPr>
          <p:cNvCxnSpPr/>
          <p:nvPr/>
        </p:nvCxnSpPr>
        <p:spPr>
          <a:xfrm>
            <a:off x="7092957" y="2861840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7D4BB73-54B6-E743-4A2A-6F429CD74110}"/>
              </a:ext>
            </a:extLst>
          </p:cNvPr>
          <p:cNvSpPr/>
          <p:nvPr/>
        </p:nvSpPr>
        <p:spPr>
          <a:xfrm>
            <a:off x="7301785" y="2730356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93B46909-5DAE-C121-690E-D02AC8CD6901}"/>
              </a:ext>
            </a:extLst>
          </p:cNvPr>
          <p:cNvCxnSpPr/>
          <p:nvPr/>
        </p:nvCxnSpPr>
        <p:spPr>
          <a:xfrm>
            <a:off x="6922801" y="3024262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5D46AE2F-B10A-E735-1F92-E0BBA5925D8E}"/>
              </a:ext>
            </a:extLst>
          </p:cNvPr>
          <p:cNvCxnSpPr/>
          <p:nvPr/>
        </p:nvCxnSpPr>
        <p:spPr>
          <a:xfrm>
            <a:off x="7092957" y="2861840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C57AB4A8-EE33-1F4B-8790-ED19BC85B659}"/>
              </a:ext>
            </a:extLst>
          </p:cNvPr>
          <p:cNvCxnSpPr/>
          <p:nvPr/>
        </p:nvCxnSpPr>
        <p:spPr>
          <a:xfrm>
            <a:off x="7092957" y="3186684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8FA59ED-385B-7E65-D2CE-42E044B01E8D}"/>
              </a:ext>
            </a:extLst>
          </p:cNvPr>
          <p:cNvSpPr/>
          <p:nvPr/>
        </p:nvSpPr>
        <p:spPr>
          <a:xfrm>
            <a:off x="7301785" y="3055200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A4C1870-F9BD-B4E5-C745-00ED158F3D16}"/>
              </a:ext>
            </a:extLst>
          </p:cNvPr>
          <p:cNvSpPr/>
          <p:nvPr/>
        </p:nvSpPr>
        <p:spPr>
          <a:xfrm>
            <a:off x="5159362" y="3689419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36614FCD-5596-FCE9-9F4F-EE97685733AB}"/>
              </a:ext>
            </a:extLst>
          </p:cNvPr>
          <p:cNvCxnSpPr/>
          <p:nvPr/>
        </p:nvCxnSpPr>
        <p:spPr>
          <a:xfrm>
            <a:off x="47107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459BF6ED-8658-E401-0974-598A8E01A94A}"/>
              </a:ext>
            </a:extLst>
          </p:cNvPr>
          <p:cNvCxnSpPr/>
          <p:nvPr/>
        </p:nvCxnSpPr>
        <p:spPr>
          <a:xfrm>
            <a:off x="4927331" y="3604341"/>
            <a:ext cx="0" cy="27070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C2ED99D0-66AB-BA3A-A7E3-4F6EC5280F13}"/>
              </a:ext>
            </a:extLst>
          </p:cNvPr>
          <p:cNvCxnSpPr/>
          <p:nvPr/>
        </p:nvCxnSpPr>
        <p:spPr>
          <a:xfrm>
            <a:off x="4927331" y="3875044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8661B433-3197-0C72-77C8-C5ADAD7E7825}"/>
              </a:ext>
            </a:extLst>
          </p:cNvPr>
          <p:cNvCxnSpPr/>
          <p:nvPr/>
        </p:nvCxnSpPr>
        <p:spPr>
          <a:xfrm>
            <a:off x="69228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C8DC4C74-EAE2-4242-19B1-3E4CCA003965}"/>
              </a:ext>
            </a:extLst>
          </p:cNvPr>
          <p:cNvCxnSpPr/>
          <p:nvPr/>
        </p:nvCxnSpPr>
        <p:spPr>
          <a:xfrm>
            <a:off x="70929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53F11108-7731-6878-E605-34CA0BA1D9C3}"/>
              </a:ext>
            </a:extLst>
          </p:cNvPr>
          <p:cNvCxnSpPr/>
          <p:nvPr/>
        </p:nvCxnSpPr>
        <p:spPr>
          <a:xfrm>
            <a:off x="7092957" y="3712622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0C78A5E-3F83-4D10-82AF-5EBD5D2C1E65}"/>
              </a:ext>
            </a:extLst>
          </p:cNvPr>
          <p:cNvSpPr/>
          <p:nvPr/>
        </p:nvSpPr>
        <p:spPr>
          <a:xfrm>
            <a:off x="7301785" y="358113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F1A2B369-D52D-C751-0FB1-5EEF9C3A28C0}"/>
              </a:ext>
            </a:extLst>
          </p:cNvPr>
          <p:cNvCxnSpPr/>
          <p:nvPr/>
        </p:nvCxnSpPr>
        <p:spPr>
          <a:xfrm>
            <a:off x="6922801" y="3875044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ED4DA408-193F-4413-55E4-FEF4B083A0F7}"/>
              </a:ext>
            </a:extLst>
          </p:cNvPr>
          <p:cNvCxnSpPr/>
          <p:nvPr/>
        </p:nvCxnSpPr>
        <p:spPr>
          <a:xfrm>
            <a:off x="7092957" y="3712622"/>
            <a:ext cx="0" cy="324843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DE566798-B066-9227-8610-03C912E0705D}"/>
              </a:ext>
            </a:extLst>
          </p:cNvPr>
          <p:cNvCxnSpPr/>
          <p:nvPr/>
        </p:nvCxnSpPr>
        <p:spPr>
          <a:xfrm>
            <a:off x="7092957" y="4037466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CEDF35B-9DD5-B86B-8E27-755B8A6DBD28}"/>
              </a:ext>
            </a:extLst>
          </p:cNvPr>
          <p:cNvSpPr/>
          <p:nvPr/>
        </p:nvSpPr>
        <p:spPr>
          <a:xfrm>
            <a:off x="7301785" y="3905982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D69191D-2A53-6346-64A4-E8D727963656}"/>
              </a:ext>
            </a:extLst>
          </p:cNvPr>
          <p:cNvSpPr/>
          <p:nvPr/>
        </p:nvSpPr>
        <p:spPr>
          <a:xfrm>
            <a:off x="5159362" y="4385513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EFB1CBBD-6F77-0C2E-3D64-7F7483FA549A}"/>
              </a:ext>
            </a:extLst>
          </p:cNvPr>
          <p:cNvCxnSpPr/>
          <p:nvPr/>
        </p:nvCxnSpPr>
        <p:spPr>
          <a:xfrm>
            <a:off x="4710768" y="3604341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A7163F3E-4872-94D3-E59F-F5EF469D1FBF}"/>
              </a:ext>
            </a:extLst>
          </p:cNvPr>
          <p:cNvCxnSpPr/>
          <p:nvPr/>
        </p:nvCxnSpPr>
        <p:spPr>
          <a:xfrm>
            <a:off x="4927331" y="3604341"/>
            <a:ext cx="0" cy="96679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8541FC9F-E60B-248D-1839-1DE2072C6D4E}"/>
              </a:ext>
            </a:extLst>
          </p:cNvPr>
          <p:cNvCxnSpPr/>
          <p:nvPr/>
        </p:nvCxnSpPr>
        <p:spPr>
          <a:xfrm>
            <a:off x="4927331" y="4571138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E157AADE-DA93-D9C5-09AD-E286D38864CE}"/>
              </a:ext>
            </a:extLst>
          </p:cNvPr>
          <p:cNvCxnSpPr/>
          <p:nvPr/>
        </p:nvCxnSpPr>
        <p:spPr>
          <a:xfrm>
            <a:off x="6922801" y="4571138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A85E9962-F2AD-F0C4-A864-E41C728A443E}"/>
              </a:ext>
            </a:extLst>
          </p:cNvPr>
          <p:cNvCxnSpPr/>
          <p:nvPr/>
        </p:nvCxnSpPr>
        <p:spPr>
          <a:xfrm>
            <a:off x="7092957" y="4571138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5020E0E-1161-F5AB-34FD-95EFE5B609AC}"/>
              </a:ext>
            </a:extLst>
          </p:cNvPr>
          <p:cNvSpPr/>
          <p:nvPr/>
        </p:nvSpPr>
        <p:spPr>
          <a:xfrm>
            <a:off x="7301785" y="4439654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901B5DE-DF00-DDE6-EFC6-370126A3E338}"/>
              </a:ext>
            </a:extLst>
          </p:cNvPr>
          <p:cNvSpPr/>
          <p:nvPr/>
        </p:nvSpPr>
        <p:spPr>
          <a:xfrm>
            <a:off x="5159362" y="5081607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A9A7C3E1-7E59-4A5F-E01A-4BE0C9F746F2}"/>
              </a:ext>
            </a:extLst>
          </p:cNvPr>
          <p:cNvCxnSpPr/>
          <p:nvPr/>
        </p:nvCxnSpPr>
        <p:spPr>
          <a:xfrm>
            <a:off x="47107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3E6D2C2B-E38F-BF72-8A81-260FEE864E3B}"/>
              </a:ext>
            </a:extLst>
          </p:cNvPr>
          <p:cNvCxnSpPr/>
          <p:nvPr/>
        </p:nvCxnSpPr>
        <p:spPr>
          <a:xfrm>
            <a:off x="4927331" y="5151217"/>
            <a:ext cx="0" cy="116015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75C1B8E5-BC5F-81FA-5E4B-90100EB45647}"/>
              </a:ext>
            </a:extLst>
          </p:cNvPr>
          <p:cNvCxnSpPr/>
          <p:nvPr/>
        </p:nvCxnSpPr>
        <p:spPr>
          <a:xfrm>
            <a:off x="4927331" y="526723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71A56815-65E5-813B-D46C-CF0E3EC5AECC}"/>
              </a:ext>
            </a:extLst>
          </p:cNvPr>
          <p:cNvCxnSpPr/>
          <p:nvPr/>
        </p:nvCxnSpPr>
        <p:spPr>
          <a:xfrm>
            <a:off x="6922801" y="526723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70270CE0-14BD-3141-0087-20F7CAF36740}"/>
              </a:ext>
            </a:extLst>
          </p:cNvPr>
          <p:cNvCxnSpPr/>
          <p:nvPr/>
        </p:nvCxnSpPr>
        <p:spPr>
          <a:xfrm>
            <a:off x="7092957" y="526723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F35D76D-A9C5-906C-31D1-59D4186D85A0}"/>
              </a:ext>
            </a:extLst>
          </p:cNvPr>
          <p:cNvSpPr/>
          <p:nvPr/>
        </p:nvSpPr>
        <p:spPr>
          <a:xfrm>
            <a:off x="7301785" y="513574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2B06DEF-1220-CAD4-D86D-4F69462546EA}"/>
              </a:ext>
            </a:extLst>
          </p:cNvPr>
          <p:cNvSpPr/>
          <p:nvPr/>
        </p:nvSpPr>
        <p:spPr>
          <a:xfrm>
            <a:off x="5159362" y="5700358"/>
            <a:ext cx="1763437" cy="371250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88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35670DEF-585D-8235-7D94-EFD91B02D056}"/>
              </a:ext>
            </a:extLst>
          </p:cNvPr>
          <p:cNvCxnSpPr/>
          <p:nvPr/>
        </p:nvCxnSpPr>
        <p:spPr>
          <a:xfrm>
            <a:off x="4710768" y="5151217"/>
            <a:ext cx="216562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55261443-AB4E-3CB5-430C-421F875C7969}"/>
              </a:ext>
            </a:extLst>
          </p:cNvPr>
          <p:cNvCxnSpPr/>
          <p:nvPr/>
        </p:nvCxnSpPr>
        <p:spPr>
          <a:xfrm>
            <a:off x="4927331" y="5151217"/>
            <a:ext cx="0" cy="73476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E6BC294E-B45E-0A73-EB44-A653D6A49237}"/>
              </a:ext>
            </a:extLst>
          </p:cNvPr>
          <p:cNvCxnSpPr/>
          <p:nvPr/>
        </p:nvCxnSpPr>
        <p:spPr>
          <a:xfrm>
            <a:off x="4927331" y="5885983"/>
            <a:ext cx="23203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16EB62FA-9B92-F3CC-07B7-1D3537A042CE}"/>
              </a:ext>
            </a:extLst>
          </p:cNvPr>
          <p:cNvCxnSpPr/>
          <p:nvPr/>
        </p:nvCxnSpPr>
        <p:spPr>
          <a:xfrm>
            <a:off x="6922801" y="5885983"/>
            <a:ext cx="170156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A210B44E-9FEF-B291-F823-6359CDF1F6B7}"/>
              </a:ext>
            </a:extLst>
          </p:cNvPr>
          <p:cNvCxnSpPr/>
          <p:nvPr/>
        </p:nvCxnSpPr>
        <p:spPr>
          <a:xfrm>
            <a:off x="7092957" y="5885983"/>
            <a:ext cx="1856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50D9B7A8-FB64-75CF-B6B6-73CEE97381A7}"/>
              </a:ext>
            </a:extLst>
          </p:cNvPr>
          <p:cNvSpPr/>
          <p:nvPr/>
        </p:nvSpPr>
        <p:spPr>
          <a:xfrm>
            <a:off x="7301785" y="5754498"/>
            <a:ext cx="3287111" cy="262968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04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50704D2F-AFA1-3E32-A1AC-934EB6748D46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Caso 4, l’utente è responsabile anche per i dati di location di gruppi diversi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0C46FBAD-94B7-6A02-BD12-ACF04CF369A1}"/>
              </a:ext>
            </a:extLst>
          </p:cNvPr>
          <p:cNvSpPr/>
          <p:nvPr/>
        </p:nvSpPr>
        <p:spPr>
          <a:xfrm>
            <a:off x="7751592" y="1763557"/>
            <a:ext cx="3046129" cy="317110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268C1BD7-A0F6-E7CC-1ED4-ACCFEB44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9" y="3981043"/>
            <a:ext cx="1617570" cy="2163724"/>
          </a:xfrm>
          <a:prstGeom prst="rect">
            <a:avLst/>
          </a:prstGeom>
        </p:spPr>
      </p:pic>
      <p:sp>
        <p:nvSpPr>
          <p:cNvPr id="82" name="Ovale 81">
            <a:extLst>
              <a:ext uri="{FF2B5EF4-FFF2-40B4-BE49-F238E27FC236}">
                <a16:creationId xmlns:a16="http://schemas.microsoft.com/office/drawing/2014/main" id="{336D62E6-130D-A00F-E177-AAD962E27B20}"/>
              </a:ext>
            </a:extLst>
          </p:cNvPr>
          <p:cNvSpPr/>
          <p:nvPr/>
        </p:nvSpPr>
        <p:spPr>
          <a:xfrm>
            <a:off x="7921753" y="3895014"/>
            <a:ext cx="3046129" cy="317110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F9F5E2C3-80B4-43D0-46D8-CFA956E2A9AC}"/>
              </a:ext>
            </a:extLst>
          </p:cNvPr>
          <p:cNvSpPr/>
          <p:nvPr/>
        </p:nvSpPr>
        <p:spPr>
          <a:xfrm>
            <a:off x="8109955" y="3008793"/>
            <a:ext cx="3046129" cy="317110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5" name="Triangolo 84">
            <a:extLst>
              <a:ext uri="{FF2B5EF4-FFF2-40B4-BE49-F238E27FC236}">
                <a16:creationId xmlns:a16="http://schemas.microsoft.com/office/drawing/2014/main" id="{FADFB3A7-BECC-B7D2-25A5-EC55697ECE07}"/>
              </a:ext>
            </a:extLst>
          </p:cNvPr>
          <p:cNvSpPr/>
          <p:nvPr/>
        </p:nvSpPr>
        <p:spPr>
          <a:xfrm rot="5400000">
            <a:off x="7385069" y="1815574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7" name="Triangolo 86">
            <a:extLst>
              <a:ext uri="{FF2B5EF4-FFF2-40B4-BE49-F238E27FC236}">
                <a16:creationId xmlns:a16="http://schemas.microsoft.com/office/drawing/2014/main" id="{9DF24950-DA2D-41D9-45CA-A82F1B824DD1}"/>
              </a:ext>
            </a:extLst>
          </p:cNvPr>
          <p:cNvSpPr/>
          <p:nvPr/>
        </p:nvSpPr>
        <p:spPr>
          <a:xfrm rot="5400000">
            <a:off x="7411527" y="3036943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8" name="Triangolo 87">
            <a:extLst>
              <a:ext uri="{FF2B5EF4-FFF2-40B4-BE49-F238E27FC236}">
                <a16:creationId xmlns:a16="http://schemas.microsoft.com/office/drawing/2014/main" id="{0600B0C2-F4EE-0001-7958-07DFA14C6BFB}"/>
              </a:ext>
            </a:extLst>
          </p:cNvPr>
          <p:cNvSpPr/>
          <p:nvPr/>
        </p:nvSpPr>
        <p:spPr>
          <a:xfrm rot="5400000">
            <a:off x="7411527" y="3880654"/>
            <a:ext cx="403514" cy="2517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2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2823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3F5B-2F97-2B21-08D4-28D1927B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D56E1B-83C8-4B6B-9BFF-47ED2FFCAAFC}"/>
              </a:ext>
            </a:extLst>
          </p:cNvPr>
          <p:cNvSpPr txBox="1"/>
          <p:nvPr/>
        </p:nvSpPr>
        <p:spPr>
          <a:xfrm>
            <a:off x="1454431" y="1469102"/>
            <a:ext cx="3732112" cy="2246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860" b="0" err="1">
                <a:solidFill>
                  <a:srgbClr val="5B6B70"/>
                </a:solidFill>
                <a:latin typeface="Calibri"/>
              </a:rPr>
              <a:t>Gerarchia</a:t>
            </a:r>
            <a:r>
              <a:rPr lang="it-IT" sz="860" b="0">
                <a:solidFill>
                  <a:srgbClr val="5B6B70"/>
                </a:solidFill>
                <a:latin typeface="Calibri"/>
              </a:rPr>
              <a:t> GROUP NAME 1 → GROUP NAME 2 → GROUP NAME 3 →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877C-3D07-70EA-B14A-F92514BA16F0}"/>
              </a:ext>
            </a:extLst>
          </p:cNvPr>
          <p:cNvSpPr txBox="1"/>
          <p:nvPr/>
        </p:nvSpPr>
        <p:spPr>
          <a:xfrm>
            <a:off x="2015680" y="1702982"/>
            <a:ext cx="851515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GROUP NAME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DE227-27B5-8DED-24BE-94D55A1AF952}"/>
              </a:ext>
            </a:extLst>
          </p:cNvPr>
          <p:cNvSpPr txBox="1"/>
          <p:nvPr/>
        </p:nvSpPr>
        <p:spPr>
          <a:xfrm>
            <a:off x="3803395" y="1702982"/>
            <a:ext cx="851515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GROUP NAME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54D44-3E88-7590-12B3-3F2CCC1DE2AC}"/>
              </a:ext>
            </a:extLst>
          </p:cNvPr>
          <p:cNvSpPr txBox="1"/>
          <p:nvPr/>
        </p:nvSpPr>
        <p:spPr>
          <a:xfrm>
            <a:off x="5662619" y="1702982"/>
            <a:ext cx="851515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GROUP NAME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5BB5B-55FF-4877-D6AC-A7F5F86A12E3}"/>
              </a:ext>
            </a:extLst>
          </p:cNvPr>
          <p:cNvSpPr txBox="1"/>
          <p:nvPr/>
        </p:nvSpPr>
        <p:spPr>
          <a:xfrm>
            <a:off x="8514841" y="1650293"/>
            <a:ext cx="617477" cy="2126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sz="782" b="1">
                <a:solidFill>
                  <a:srgbClr val="2E7D4F"/>
                </a:solidFill>
                <a:latin typeface="Calibri"/>
              </a:rPr>
              <a:t>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608CB3-D838-763F-0321-E2790F01A754}"/>
              </a:ext>
            </a:extLst>
          </p:cNvPr>
          <p:cNvSpPr/>
          <p:nvPr/>
        </p:nvSpPr>
        <p:spPr>
          <a:xfrm>
            <a:off x="1744230" y="3029488"/>
            <a:ext cx="1394417" cy="514861"/>
          </a:xfrm>
          <a:prstGeom prst="roundRect">
            <a:avLst/>
          </a:prstGeom>
          <a:solidFill>
            <a:srgbClr val="14433A"/>
          </a:solidFill>
          <a:ln w="12700">
            <a:solidFill>
              <a:srgbClr val="1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1017" b="1">
                <a:solidFill>
                  <a:srgbClr val="FFFFFF"/>
                </a:solidFill>
                <a:latin typeface="Calibri"/>
              </a:rPr>
              <a:t>Azienda Bianchi</a:t>
            </a:r>
            <a:br/>
            <a:r>
              <a:rPr lang="it-IT" sz="1017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FAD541-B9B6-D83A-C861-C08229ABF21B}"/>
              </a:ext>
            </a:extLst>
          </p:cNvPr>
          <p:cNvSpPr/>
          <p:nvPr/>
        </p:nvSpPr>
        <p:spPr>
          <a:xfrm>
            <a:off x="3531944" y="2135631"/>
            <a:ext cx="1322908" cy="414749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38" b="1">
                <a:solidFill>
                  <a:srgbClr val="FFFFFF"/>
                </a:solidFill>
                <a:latin typeface="Calibri"/>
              </a:rPr>
              <a:t>Produzione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2DC759-B4CB-895D-33E9-499393A4CB3E}"/>
              </a:ext>
            </a:extLst>
          </p:cNvPr>
          <p:cNvSpPr/>
          <p:nvPr/>
        </p:nvSpPr>
        <p:spPr>
          <a:xfrm>
            <a:off x="3531944" y="3422786"/>
            <a:ext cx="1322908" cy="414749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38" b="1">
                <a:solidFill>
                  <a:srgbClr val="FFFFFF"/>
                </a:solidFill>
                <a:latin typeface="Calibri"/>
              </a:rPr>
              <a:t>Uffici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ADDCF4-2B88-E2C7-7FAF-67E72F9C8AFE}"/>
              </a:ext>
            </a:extLst>
          </p:cNvPr>
          <p:cNvSpPr/>
          <p:nvPr/>
        </p:nvSpPr>
        <p:spPr>
          <a:xfrm>
            <a:off x="3531944" y="4852957"/>
            <a:ext cx="1322908" cy="414749"/>
          </a:xfrm>
          <a:prstGeom prst="round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938" b="1">
                <a:solidFill>
                  <a:srgbClr val="FFFFFF"/>
                </a:solidFill>
                <a:latin typeface="Calibri"/>
              </a:rPr>
              <a:t>Uffici Estero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4C8CD883-95A0-3352-214E-D81384995405}"/>
              </a:ext>
            </a:extLst>
          </p:cNvPr>
          <p:cNvCxnSpPr/>
          <p:nvPr/>
        </p:nvCxnSpPr>
        <p:spPr>
          <a:xfrm>
            <a:off x="3138647" y="3286919"/>
            <a:ext cx="17877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28F9280E-EECF-63CC-5A39-31BB4A42E3A3}"/>
              </a:ext>
            </a:extLst>
          </p:cNvPr>
          <p:cNvCxnSpPr/>
          <p:nvPr/>
        </p:nvCxnSpPr>
        <p:spPr>
          <a:xfrm>
            <a:off x="3317419" y="2343006"/>
            <a:ext cx="0" cy="271732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57A404C0-E4AD-7B9D-906A-CB47E87E0FD9}"/>
              </a:ext>
            </a:extLst>
          </p:cNvPr>
          <p:cNvCxnSpPr/>
          <p:nvPr/>
        </p:nvCxnSpPr>
        <p:spPr>
          <a:xfrm>
            <a:off x="3317419" y="2343006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34FFC91F-5915-5607-1354-456DD56B1E13}"/>
              </a:ext>
            </a:extLst>
          </p:cNvPr>
          <p:cNvCxnSpPr/>
          <p:nvPr/>
        </p:nvCxnSpPr>
        <p:spPr>
          <a:xfrm>
            <a:off x="3138647" y="3286919"/>
            <a:ext cx="17877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36267823-484B-E2E0-F7D0-470224D7E885}"/>
              </a:ext>
            </a:extLst>
          </p:cNvPr>
          <p:cNvCxnSpPr/>
          <p:nvPr/>
        </p:nvCxnSpPr>
        <p:spPr>
          <a:xfrm>
            <a:off x="3317419" y="2343006"/>
            <a:ext cx="0" cy="271732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FDF369D8-F13B-BC64-C0FE-46B7918B5B49}"/>
              </a:ext>
            </a:extLst>
          </p:cNvPr>
          <p:cNvCxnSpPr/>
          <p:nvPr/>
        </p:nvCxnSpPr>
        <p:spPr>
          <a:xfrm>
            <a:off x="3317419" y="3630161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68FBE245-C6D4-CD61-F48A-638364CB6C5F}"/>
              </a:ext>
            </a:extLst>
          </p:cNvPr>
          <p:cNvCxnSpPr/>
          <p:nvPr/>
        </p:nvCxnSpPr>
        <p:spPr>
          <a:xfrm>
            <a:off x="3138647" y="3286919"/>
            <a:ext cx="178771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05605B04-5F0E-E8DE-CC31-B561567CD19D}"/>
              </a:ext>
            </a:extLst>
          </p:cNvPr>
          <p:cNvCxnSpPr/>
          <p:nvPr/>
        </p:nvCxnSpPr>
        <p:spPr>
          <a:xfrm>
            <a:off x="3317419" y="2343006"/>
            <a:ext cx="0" cy="271732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4A5E7F93-F742-46D4-D1BF-DE3A087F1CD6}"/>
              </a:ext>
            </a:extLst>
          </p:cNvPr>
          <p:cNvCxnSpPr/>
          <p:nvPr/>
        </p:nvCxnSpPr>
        <p:spPr>
          <a:xfrm>
            <a:off x="3317419" y="5060332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24985A-6358-7CB9-B4F3-897C9877333B}"/>
              </a:ext>
            </a:extLst>
          </p:cNvPr>
          <p:cNvSpPr/>
          <p:nvPr/>
        </p:nvSpPr>
        <p:spPr>
          <a:xfrm>
            <a:off x="5269603" y="1921105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Produzione Macchinari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D1665B6F-340A-A11D-73A6-D90BF59EB39C}"/>
              </a:ext>
            </a:extLst>
          </p:cNvPr>
          <p:cNvCxnSpPr/>
          <p:nvPr/>
        </p:nvCxnSpPr>
        <p:spPr>
          <a:xfrm>
            <a:off x="4854853" y="2343006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9488C5A9-7C67-2229-D464-4C528AC56A34}"/>
              </a:ext>
            </a:extLst>
          </p:cNvPr>
          <p:cNvCxnSpPr/>
          <p:nvPr/>
        </p:nvCxnSpPr>
        <p:spPr>
          <a:xfrm flipV="1">
            <a:off x="5055077" y="2092726"/>
            <a:ext cx="0" cy="25028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15DE993-2035-54F5-411A-753B66E9C00C}"/>
              </a:ext>
            </a:extLst>
          </p:cNvPr>
          <p:cNvCxnSpPr/>
          <p:nvPr/>
        </p:nvCxnSpPr>
        <p:spPr>
          <a:xfrm>
            <a:off x="5055077" y="2092726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F0B92922-0116-0B57-37F4-93B1AB332BC5}"/>
              </a:ext>
            </a:extLst>
          </p:cNvPr>
          <p:cNvCxnSpPr/>
          <p:nvPr/>
        </p:nvCxnSpPr>
        <p:spPr>
          <a:xfrm>
            <a:off x="6899999" y="209272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3BE50356-F7DB-58EC-1671-C0D309100E25}"/>
              </a:ext>
            </a:extLst>
          </p:cNvPr>
          <p:cNvCxnSpPr/>
          <p:nvPr/>
        </p:nvCxnSpPr>
        <p:spPr>
          <a:xfrm>
            <a:off x="7057318" y="1792390"/>
            <a:ext cx="0" cy="60067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1468C30A-1E26-CF96-4AAB-E517ABCCAD39}"/>
              </a:ext>
            </a:extLst>
          </p:cNvPr>
          <p:cNvCxnSpPr/>
          <p:nvPr/>
        </p:nvCxnSpPr>
        <p:spPr>
          <a:xfrm>
            <a:off x="7057318" y="1792390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4ABF644-B056-9A52-1549-2E9DB4921EA5}"/>
              </a:ext>
            </a:extLst>
          </p:cNvPr>
          <p:cNvSpPr/>
          <p:nvPr/>
        </p:nvSpPr>
        <p:spPr>
          <a:xfrm>
            <a:off x="7250391" y="1670825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Garbagnate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46342B1C-2DE9-75AF-2BF4-DC1569EBC151}"/>
              </a:ext>
            </a:extLst>
          </p:cNvPr>
          <p:cNvCxnSpPr/>
          <p:nvPr/>
        </p:nvCxnSpPr>
        <p:spPr>
          <a:xfrm>
            <a:off x="6899999" y="209272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253A9F1D-7B22-DCDF-6453-52F715ED468A}"/>
              </a:ext>
            </a:extLst>
          </p:cNvPr>
          <p:cNvCxnSpPr/>
          <p:nvPr/>
        </p:nvCxnSpPr>
        <p:spPr>
          <a:xfrm>
            <a:off x="7057318" y="1792390"/>
            <a:ext cx="0" cy="60067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AFFFAF19-9237-54AA-45D9-3EDDECACFE23}"/>
              </a:ext>
            </a:extLst>
          </p:cNvPr>
          <p:cNvCxnSpPr/>
          <p:nvPr/>
        </p:nvCxnSpPr>
        <p:spPr>
          <a:xfrm>
            <a:off x="7057318" y="2092726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8488D13-9461-D6BA-F79C-2689A94F47BD}"/>
              </a:ext>
            </a:extLst>
          </p:cNvPr>
          <p:cNvSpPr/>
          <p:nvPr/>
        </p:nvSpPr>
        <p:spPr>
          <a:xfrm>
            <a:off x="7250391" y="1971161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Albania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5ED8A003-E334-1DCC-C585-42A25DE4036B}"/>
              </a:ext>
            </a:extLst>
          </p:cNvPr>
          <p:cNvCxnSpPr/>
          <p:nvPr/>
        </p:nvCxnSpPr>
        <p:spPr>
          <a:xfrm>
            <a:off x="6899999" y="209272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20AA537F-4FF9-6E9F-7CAD-8132B989CD29}"/>
              </a:ext>
            </a:extLst>
          </p:cNvPr>
          <p:cNvCxnSpPr/>
          <p:nvPr/>
        </p:nvCxnSpPr>
        <p:spPr>
          <a:xfrm>
            <a:off x="7057318" y="1792390"/>
            <a:ext cx="0" cy="60067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A1C8FE2C-2A41-4DDB-A05A-051EEEBE7292}"/>
              </a:ext>
            </a:extLst>
          </p:cNvPr>
          <p:cNvCxnSpPr/>
          <p:nvPr/>
        </p:nvCxnSpPr>
        <p:spPr>
          <a:xfrm>
            <a:off x="7057318" y="2393062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DC80518-15A1-5550-FDC1-F93421BBEA20}"/>
              </a:ext>
            </a:extLst>
          </p:cNvPr>
          <p:cNvSpPr/>
          <p:nvPr/>
        </p:nvSpPr>
        <p:spPr>
          <a:xfrm>
            <a:off x="7250391" y="2271497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Levante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0D6D6C0-4F22-278A-2A21-A755462EF3AC}"/>
              </a:ext>
            </a:extLst>
          </p:cNvPr>
          <p:cNvSpPr/>
          <p:nvPr/>
        </p:nvSpPr>
        <p:spPr>
          <a:xfrm>
            <a:off x="5269603" y="2922226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Produzione Laminati</a:t>
            </a: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8D12342A-99D9-7AAA-1B4C-09C0340998DA}"/>
              </a:ext>
            </a:extLst>
          </p:cNvPr>
          <p:cNvCxnSpPr/>
          <p:nvPr/>
        </p:nvCxnSpPr>
        <p:spPr>
          <a:xfrm>
            <a:off x="4854853" y="2343006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1988D5DF-34E0-4B3E-1D92-C9A08FE77C3F}"/>
              </a:ext>
            </a:extLst>
          </p:cNvPr>
          <p:cNvCxnSpPr/>
          <p:nvPr/>
        </p:nvCxnSpPr>
        <p:spPr>
          <a:xfrm>
            <a:off x="5055077" y="2343006"/>
            <a:ext cx="0" cy="75084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479AB37-93BE-AE75-FC8D-8338275BEF52}"/>
              </a:ext>
            </a:extLst>
          </p:cNvPr>
          <p:cNvCxnSpPr/>
          <p:nvPr/>
        </p:nvCxnSpPr>
        <p:spPr>
          <a:xfrm>
            <a:off x="5055077" y="3093846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2AFFFF2C-42A8-7ABB-72FC-9A5CD83A9383}"/>
              </a:ext>
            </a:extLst>
          </p:cNvPr>
          <p:cNvCxnSpPr/>
          <p:nvPr/>
        </p:nvCxnSpPr>
        <p:spPr>
          <a:xfrm>
            <a:off x="6899999" y="309384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810566A1-FEA2-92D2-D225-D8C340C612C5}"/>
              </a:ext>
            </a:extLst>
          </p:cNvPr>
          <p:cNvCxnSpPr/>
          <p:nvPr/>
        </p:nvCxnSpPr>
        <p:spPr>
          <a:xfrm>
            <a:off x="7057318" y="2943678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04F65621-AFA8-3098-72CB-BF5298099CD4}"/>
              </a:ext>
            </a:extLst>
          </p:cNvPr>
          <p:cNvCxnSpPr/>
          <p:nvPr/>
        </p:nvCxnSpPr>
        <p:spPr>
          <a:xfrm>
            <a:off x="7057318" y="2943678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AED4D30-B72D-0A40-B009-B58A691BFB23}"/>
              </a:ext>
            </a:extLst>
          </p:cNvPr>
          <p:cNvSpPr/>
          <p:nvPr/>
        </p:nvSpPr>
        <p:spPr>
          <a:xfrm>
            <a:off x="7250391" y="2822114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Brescia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C08A9434-CA5E-B36B-98CC-FFBDC6A2BCB0}"/>
              </a:ext>
            </a:extLst>
          </p:cNvPr>
          <p:cNvCxnSpPr/>
          <p:nvPr/>
        </p:nvCxnSpPr>
        <p:spPr>
          <a:xfrm>
            <a:off x="6899999" y="3093846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13014AB1-1E2F-117C-A6C5-04BCBB01EA4C}"/>
              </a:ext>
            </a:extLst>
          </p:cNvPr>
          <p:cNvCxnSpPr/>
          <p:nvPr/>
        </p:nvCxnSpPr>
        <p:spPr>
          <a:xfrm>
            <a:off x="7057318" y="2943678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D0A6F351-7E28-7D0D-52C4-7D7FD6BA568D}"/>
              </a:ext>
            </a:extLst>
          </p:cNvPr>
          <p:cNvCxnSpPr/>
          <p:nvPr/>
        </p:nvCxnSpPr>
        <p:spPr>
          <a:xfrm>
            <a:off x="7057318" y="3244014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9668017-8DE4-F5FE-55BD-2F3C0D5D042A}"/>
              </a:ext>
            </a:extLst>
          </p:cNvPr>
          <p:cNvSpPr/>
          <p:nvPr/>
        </p:nvSpPr>
        <p:spPr>
          <a:xfrm>
            <a:off x="7250391" y="3122450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Stabilimento Ponente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032182A-A844-616F-8AA8-7A1929C67E6F}"/>
              </a:ext>
            </a:extLst>
          </p:cNvPr>
          <p:cNvSpPr/>
          <p:nvPr/>
        </p:nvSpPr>
        <p:spPr>
          <a:xfrm>
            <a:off x="5269603" y="3708820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Milano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212DD6EC-8580-8DD4-06DF-4282461A9995}"/>
              </a:ext>
            </a:extLst>
          </p:cNvPr>
          <p:cNvCxnSpPr/>
          <p:nvPr/>
        </p:nvCxnSpPr>
        <p:spPr>
          <a:xfrm>
            <a:off x="4854853" y="3630161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1557B7D1-D9C4-B71A-AD88-1833BF5697D8}"/>
              </a:ext>
            </a:extLst>
          </p:cNvPr>
          <p:cNvCxnSpPr/>
          <p:nvPr/>
        </p:nvCxnSpPr>
        <p:spPr>
          <a:xfrm>
            <a:off x="5055077" y="3630161"/>
            <a:ext cx="0" cy="25028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828D0406-DBA9-591E-A3A4-91C683B53836}"/>
              </a:ext>
            </a:extLst>
          </p:cNvPr>
          <p:cNvCxnSpPr/>
          <p:nvPr/>
        </p:nvCxnSpPr>
        <p:spPr>
          <a:xfrm>
            <a:off x="5055077" y="3880441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060E1908-057C-C9E7-D2E5-2E0CA2EF0829}"/>
              </a:ext>
            </a:extLst>
          </p:cNvPr>
          <p:cNvCxnSpPr/>
          <p:nvPr/>
        </p:nvCxnSpPr>
        <p:spPr>
          <a:xfrm>
            <a:off x="6899999" y="3880441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EFC93A3A-20FF-7E58-B4F8-4943ADB03467}"/>
              </a:ext>
            </a:extLst>
          </p:cNvPr>
          <p:cNvCxnSpPr/>
          <p:nvPr/>
        </p:nvCxnSpPr>
        <p:spPr>
          <a:xfrm>
            <a:off x="7057318" y="3730273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9A32C2BE-0BE8-F02F-C58C-7AED24125B8E}"/>
              </a:ext>
            </a:extLst>
          </p:cNvPr>
          <p:cNvCxnSpPr/>
          <p:nvPr/>
        </p:nvCxnSpPr>
        <p:spPr>
          <a:xfrm>
            <a:off x="7057318" y="3730273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2798EB5-AB8D-80B8-7D62-A7AFA93480D8}"/>
              </a:ext>
            </a:extLst>
          </p:cNvPr>
          <p:cNvSpPr/>
          <p:nvPr/>
        </p:nvSpPr>
        <p:spPr>
          <a:xfrm>
            <a:off x="7250391" y="3608708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Milano Sede Segrate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BC38A6A8-7762-BAE6-17E3-666FEA58D792}"/>
              </a:ext>
            </a:extLst>
          </p:cNvPr>
          <p:cNvCxnSpPr/>
          <p:nvPr/>
        </p:nvCxnSpPr>
        <p:spPr>
          <a:xfrm>
            <a:off x="6899999" y="3880441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CCE4E8D7-78BA-D642-A0C5-58D16C1BE032}"/>
              </a:ext>
            </a:extLst>
          </p:cNvPr>
          <p:cNvCxnSpPr/>
          <p:nvPr/>
        </p:nvCxnSpPr>
        <p:spPr>
          <a:xfrm>
            <a:off x="7057318" y="3730273"/>
            <a:ext cx="0" cy="300336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377B4D16-CFFB-F225-E828-2848C3BB2EED}"/>
              </a:ext>
            </a:extLst>
          </p:cNvPr>
          <p:cNvCxnSpPr/>
          <p:nvPr/>
        </p:nvCxnSpPr>
        <p:spPr>
          <a:xfrm>
            <a:off x="7057318" y="4030609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99955E2-710B-74DF-3C51-56A597533A2A}"/>
              </a:ext>
            </a:extLst>
          </p:cNvPr>
          <p:cNvSpPr/>
          <p:nvPr/>
        </p:nvSpPr>
        <p:spPr>
          <a:xfrm>
            <a:off x="7250391" y="3909044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Milano Sede San Donato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BA75335-7000-2441-52B5-C2BB7562C532}"/>
              </a:ext>
            </a:extLst>
          </p:cNvPr>
          <p:cNvSpPr/>
          <p:nvPr/>
        </p:nvSpPr>
        <p:spPr>
          <a:xfrm>
            <a:off x="5269603" y="4352397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Roma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B84E0598-398F-8145-CD91-B8816B44CD45}"/>
              </a:ext>
            </a:extLst>
          </p:cNvPr>
          <p:cNvCxnSpPr/>
          <p:nvPr/>
        </p:nvCxnSpPr>
        <p:spPr>
          <a:xfrm>
            <a:off x="4854853" y="3630161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6AA33872-F415-28EE-08E4-3995904C1F57}"/>
              </a:ext>
            </a:extLst>
          </p:cNvPr>
          <p:cNvCxnSpPr/>
          <p:nvPr/>
        </p:nvCxnSpPr>
        <p:spPr>
          <a:xfrm>
            <a:off x="5055077" y="3630161"/>
            <a:ext cx="0" cy="893857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65A5D3E7-53F2-44DE-9B88-DC1050941F70}"/>
              </a:ext>
            </a:extLst>
          </p:cNvPr>
          <p:cNvCxnSpPr/>
          <p:nvPr/>
        </p:nvCxnSpPr>
        <p:spPr>
          <a:xfrm>
            <a:off x="5055077" y="4524018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8E9DB2CE-4942-759C-D0F3-DFF87281DBAF}"/>
              </a:ext>
            </a:extLst>
          </p:cNvPr>
          <p:cNvCxnSpPr/>
          <p:nvPr/>
        </p:nvCxnSpPr>
        <p:spPr>
          <a:xfrm>
            <a:off x="6899999" y="4524018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B4957877-9E44-AB30-D748-F323F7A352CB}"/>
              </a:ext>
            </a:extLst>
          </p:cNvPr>
          <p:cNvCxnSpPr/>
          <p:nvPr/>
        </p:nvCxnSpPr>
        <p:spPr>
          <a:xfrm>
            <a:off x="7057318" y="4524018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018EC31-52CF-3250-0F58-FE1DF7999F3F}"/>
              </a:ext>
            </a:extLst>
          </p:cNvPr>
          <p:cNvSpPr/>
          <p:nvPr/>
        </p:nvSpPr>
        <p:spPr>
          <a:xfrm>
            <a:off x="7250391" y="4402453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Roma Sede Numentana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64536D8F-D46A-8A5C-F0F9-7D3463D8E72E}"/>
              </a:ext>
            </a:extLst>
          </p:cNvPr>
          <p:cNvSpPr/>
          <p:nvPr/>
        </p:nvSpPr>
        <p:spPr>
          <a:xfrm>
            <a:off x="5269603" y="4995975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USA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0B376A90-E438-5A09-341F-1C2CD19E4C87}"/>
              </a:ext>
            </a:extLst>
          </p:cNvPr>
          <p:cNvCxnSpPr/>
          <p:nvPr/>
        </p:nvCxnSpPr>
        <p:spPr>
          <a:xfrm>
            <a:off x="4854853" y="5060332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3FE5D02F-9B70-CFA8-4CD2-FC141BC82E7E}"/>
              </a:ext>
            </a:extLst>
          </p:cNvPr>
          <p:cNvCxnSpPr/>
          <p:nvPr/>
        </p:nvCxnSpPr>
        <p:spPr>
          <a:xfrm>
            <a:off x="5055077" y="5060332"/>
            <a:ext cx="0" cy="107262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65086B1E-FBB9-86E4-101B-BF9993E2622F}"/>
              </a:ext>
            </a:extLst>
          </p:cNvPr>
          <p:cNvCxnSpPr/>
          <p:nvPr/>
        </p:nvCxnSpPr>
        <p:spPr>
          <a:xfrm>
            <a:off x="5055077" y="5167595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27B77EAB-F6FB-9E95-5C59-2C69CD13607A}"/>
              </a:ext>
            </a:extLst>
          </p:cNvPr>
          <p:cNvCxnSpPr/>
          <p:nvPr/>
        </p:nvCxnSpPr>
        <p:spPr>
          <a:xfrm>
            <a:off x="6899999" y="5167595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BF4CFDC5-F871-A514-9260-6030266A8E7C}"/>
              </a:ext>
            </a:extLst>
          </p:cNvPr>
          <p:cNvCxnSpPr/>
          <p:nvPr/>
        </p:nvCxnSpPr>
        <p:spPr>
          <a:xfrm>
            <a:off x="7057318" y="5167595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4B0F7E85-E04C-21C5-E79A-4CE0E775A268}"/>
              </a:ext>
            </a:extLst>
          </p:cNvPr>
          <p:cNvSpPr/>
          <p:nvPr/>
        </p:nvSpPr>
        <p:spPr>
          <a:xfrm>
            <a:off x="7250391" y="5046031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New York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F6FCB0B1-EFBA-2632-E9B5-AA6B69EB732B}"/>
              </a:ext>
            </a:extLst>
          </p:cNvPr>
          <p:cNvSpPr/>
          <p:nvPr/>
        </p:nvSpPr>
        <p:spPr>
          <a:xfrm>
            <a:off x="5269603" y="5568043"/>
            <a:ext cx="1630395" cy="343241"/>
          </a:xfrm>
          <a:prstGeom prst="roundRect">
            <a:avLst/>
          </a:prstGeom>
          <a:solidFill>
            <a:srgbClr val="3B7968"/>
          </a:solidFill>
          <a:ln w="12700">
            <a:solidFill>
              <a:srgbClr val="3B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821" b="1">
                <a:solidFill>
                  <a:srgbClr val="FFFFFF"/>
                </a:solidFill>
                <a:latin typeface="Calibri"/>
              </a:rPr>
              <a:t>Uffici Canada</a:t>
            </a:r>
          </a:p>
        </p:txBody>
      </p: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FBDCA3C5-375E-E41D-21EF-0F7526EECB37}"/>
              </a:ext>
            </a:extLst>
          </p:cNvPr>
          <p:cNvCxnSpPr/>
          <p:nvPr/>
        </p:nvCxnSpPr>
        <p:spPr>
          <a:xfrm>
            <a:off x="4854853" y="5060332"/>
            <a:ext cx="200224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98D2D0F6-78A4-6270-1E3A-43FD9A5248E1}"/>
              </a:ext>
            </a:extLst>
          </p:cNvPr>
          <p:cNvCxnSpPr/>
          <p:nvPr/>
        </p:nvCxnSpPr>
        <p:spPr>
          <a:xfrm>
            <a:off x="5055077" y="5060332"/>
            <a:ext cx="0" cy="679331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73F69DA4-898E-D258-A098-D797C53C9C05}"/>
              </a:ext>
            </a:extLst>
          </p:cNvPr>
          <p:cNvCxnSpPr/>
          <p:nvPr/>
        </p:nvCxnSpPr>
        <p:spPr>
          <a:xfrm>
            <a:off x="5055077" y="5739664"/>
            <a:ext cx="214525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184CB76B-AFB1-7A1C-E1D0-68C65AA9FF24}"/>
              </a:ext>
            </a:extLst>
          </p:cNvPr>
          <p:cNvCxnSpPr/>
          <p:nvPr/>
        </p:nvCxnSpPr>
        <p:spPr>
          <a:xfrm>
            <a:off x="6899999" y="5739664"/>
            <a:ext cx="157318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6DD6BA28-6C28-37EE-BB46-45AB42D99CE3}"/>
              </a:ext>
            </a:extLst>
          </p:cNvPr>
          <p:cNvCxnSpPr/>
          <p:nvPr/>
        </p:nvCxnSpPr>
        <p:spPr>
          <a:xfrm>
            <a:off x="7057318" y="5739664"/>
            <a:ext cx="171620" cy="0"/>
          </a:xfrm>
          <a:prstGeom prst="line">
            <a:avLst/>
          </a:prstGeom>
          <a:ln w="19050">
            <a:solidFill>
              <a:srgbClr val="D9E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98A760AF-654F-2657-2FDF-C47E1F3F498D}"/>
              </a:ext>
            </a:extLst>
          </p:cNvPr>
          <p:cNvSpPr/>
          <p:nvPr/>
        </p:nvSpPr>
        <p:spPr>
          <a:xfrm>
            <a:off x="7250391" y="5618099"/>
            <a:ext cx="3039115" cy="243129"/>
          </a:xfrm>
          <a:prstGeom prst="roundRect">
            <a:avLst/>
          </a:prstGeom>
          <a:solidFill>
            <a:srgbClr val="F1F7F2"/>
          </a:solidFill>
          <a:ln w="12700">
            <a:solidFill>
              <a:srgbClr val="D9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it-IT" sz="743" b="0">
                <a:solidFill>
                  <a:srgbClr val="14433A"/>
                </a:solidFill>
                <a:latin typeface="Calibri"/>
              </a:rPr>
              <a:t>Uffici Toronto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206333DC-94B2-47E4-750D-9B24C8381F3A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L’Admin crea un portfolio group, un criterio di raggruppamento secondario delle location dell’organizzazione (Manage, Group, Create New Group)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F8AFA4AA-653E-D394-379F-1141A0914BB4}"/>
              </a:ext>
            </a:extLst>
          </p:cNvPr>
          <p:cNvSpPr/>
          <p:nvPr/>
        </p:nvSpPr>
        <p:spPr>
          <a:xfrm>
            <a:off x="7666262" y="1928255"/>
            <a:ext cx="2816313" cy="29318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7467EB49-22EA-3159-EA2F-B3AD1AAB2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20" y="3978443"/>
            <a:ext cx="1495532" cy="2000481"/>
          </a:xfrm>
          <a:prstGeom prst="rect">
            <a:avLst/>
          </a:prstGeom>
        </p:spPr>
      </p:pic>
      <p:sp>
        <p:nvSpPr>
          <p:cNvPr id="82" name="Ovale 81">
            <a:extLst>
              <a:ext uri="{FF2B5EF4-FFF2-40B4-BE49-F238E27FC236}">
                <a16:creationId xmlns:a16="http://schemas.microsoft.com/office/drawing/2014/main" id="{962A75CF-D1A3-5DE0-BED3-924EA57FFF0A}"/>
              </a:ext>
            </a:extLst>
          </p:cNvPr>
          <p:cNvSpPr/>
          <p:nvPr/>
        </p:nvSpPr>
        <p:spPr>
          <a:xfrm>
            <a:off x="7823585" y="3898904"/>
            <a:ext cx="2816313" cy="29318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944701C8-1370-0979-62FB-BDA8DAA78EC5}"/>
              </a:ext>
            </a:extLst>
          </p:cNvPr>
          <p:cNvSpPr/>
          <p:nvPr/>
        </p:nvSpPr>
        <p:spPr>
          <a:xfrm>
            <a:off x="7997589" y="3079544"/>
            <a:ext cx="2816313" cy="293185"/>
          </a:xfrm>
          <a:prstGeom prst="ellipse">
            <a:avLst/>
          </a:prstGeom>
          <a:solidFill>
            <a:schemeClr val="tx2">
              <a:lumMod val="10000"/>
              <a:lumOff val="90000"/>
              <a:alpha val="25554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BC1973D7-AA75-B46A-1747-8708B1B6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34" y="2186526"/>
            <a:ext cx="3550325" cy="3890867"/>
          </a:xfrm>
          <a:prstGeom prst="rect">
            <a:avLst/>
          </a:prstGeom>
        </p:spPr>
      </p:pic>
      <p:pic>
        <p:nvPicPr>
          <p:cNvPr id="88" name="Immagine 87">
            <a:extLst>
              <a:ext uri="{FF2B5EF4-FFF2-40B4-BE49-F238E27FC236}">
                <a16:creationId xmlns:a16="http://schemas.microsoft.com/office/drawing/2014/main" id="{72761D08-E2D5-8148-C5CA-92C558A65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015" y="5080196"/>
            <a:ext cx="2101333" cy="570077"/>
          </a:xfrm>
          <a:prstGeom prst="rect">
            <a:avLst/>
          </a:prstGeom>
        </p:spPr>
      </p:pic>
      <p:sp>
        <p:nvSpPr>
          <p:cNvPr id="90" name="Triangolo 89">
            <a:extLst>
              <a:ext uri="{FF2B5EF4-FFF2-40B4-BE49-F238E27FC236}">
                <a16:creationId xmlns:a16="http://schemas.microsoft.com/office/drawing/2014/main" id="{7E55005A-BD67-83D6-C19E-4522FF1543AF}"/>
              </a:ext>
            </a:extLst>
          </p:cNvPr>
          <p:cNvSpPr/>
          <p:nvPr/>
        </p:nvSpPr>
        <p:spPr>
          <a:xfrm rot="5400000">
            <a:off x="1598635" y="3678865"/>
            <a:ext cx="373070" cy="23275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91" name="Immagine 90">
            <a:extLst>
              <a:ext uri="{FF2B5EF4-FFF2-40B4-BE49-F238E27FC236}">
                <a16:creationId xmlns:a16="http://schemas.microsoft.com/office/drawing/2014/main" id="{3EB79854-7202-7BA7-D7C5-C1AA5324B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049" y="5114012"/>
            <a:ext cx="1053001" cy="1030755"/>
          </a:xfrm>
          <a:prstGeom prst="rect">
            <a:avLst/>
          </a:prstGeom>
        </p:spPr>
      </p:pic>
      <p:sp>
        <p:nvSpPr>
          <p:cNvPr id="9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3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22542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F43F671-C947-DCF3-AEEF-AC23B445C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601" y="1280160"/>
            <a:ext cx="9447278" cy="472363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3939C25-FB18-96AE-0E80-730A6A74F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551" y="5350207"/>
            <a:ext cx="811709" cy="794560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DD1048CF-0D8C-C0D6-2455-36697969A78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utente</a:t>
            </a:r>
          </a:p>
        </p:txBody>
      </p:sp>
      <p:sp>
        <p:nvSpPr>
          <p:cNvPr id="11" name="Triangolo 10">
            <a:extLst>
              <a:ext uri="{FF2B5EF4-FFF2-40B4-BE49-F238E27FC236}">
                <a16:creationId xmlns:a16="http://schemas.microsoft.com/office/drawing/2014/main" id="{D6F766CB-7DFE-7FC4-A78C-539D797B41FA}"/>
              </a:ext>
            </a:extLst>
          </p:cNvPr>
          <p:cNvSpPr/>
          <p:nvPr/>
        </p:nvSpPr>
        <p:spPr>
          <a:xfrm rot="5400000">
            <a:off x="1262072" y="4062849"/>
            <a:ext cx="389871" cy="24323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30CAF82D-672D-EFEF-3459-B3541BF68D66}"/>
              </a:ext>
            </a:extLst>
          </p:cNvPr>
          <p:cNvSpPr/>
          <p:nvPr/>
        </p:nvSpPr>
        <p:spPr>
          <a:xfrm rot="5400000">
            <a:off x="3423964" y="5562793"/>
            <a:ext cx="389871" cy="24323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7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4658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B2EC7D9-04FE-8218-BC77-FF517B4EF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88" y="1280160"/>
            <a:ext cx="7083357" cy="400570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E60C415-CFBA-2D27-17DB-AB7EB4A25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205" y="5301245"/>
            <a:ext cx="861728" cy="843522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BDCF78D1-065C-2D89-82C7-B22C7E3D3253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il portfolio group che include le sedi</a:t>
            </a:r>
          </a:p>
        </p:txBody>
      </p:sp>
      <p:sp>
        <p:nvSpPr>
          <p:cNvPr id="5" name="Triangolo 4">
            <a:extLst>
              <a:ext uri="{FF2B5EF4-FFF2-40B4-BE49-F238E27FC236}">
                <a16:creationId xmlns:a16="http://schemas.microsoft.com/office/drawing/2014/main" id="{A9C158D8-8B0B-D59D-B0D9-1F49A1BC6E59}"/>
              </a:ext>
            </a:extLst>
          </p:cNvPr>
          <p:cNvSpPr/>
          <p:nvPr/>
        </p:nvSpPr>
        <p:spPr>
          <a:xfrm rot="5400000">
            <a:off x="3372970" y="3998712"/>
            <a:ext cx="413896" cy="25822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0965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1168E61-E0F6-45CE-8662-A486D4A2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11" y="1280160"/>
            <a:ext cx="10365034" cy="486460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3C79537F-39FE-9D20-9D19-74B17DD59800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Visualizza nuovi gruppi assegnati a Sara e torna indietro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DA8062D-7983-5B25-501B-4C88484F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44" y="5185594"/>
            <a:ext cx="863878" cy="845627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B3517CE1-88C3-8104-EB3D-A8B664DD99CF}"/>
              </a:ext>
            </a:extLst>
          </p:cNvPr>
          <p:cNvSpPr/>
          <p:nvPr/>
        </p:nvSpPr>
        <p:spPr>
          <a:xfrm rot="5400000">
            <a:off x="863105" y="1811985"/>
            <a:ext cx="414928" cy="25887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167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D221199-4DB0-CD53-A68E-1D7B5ECE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1" y="583437"/>
            <a:ext cx="11965439" cy="602775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2CED7D87-565F-C311-CE5D-F00F3672D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05" y="5755210"/>
            <a:ext cx="993227" cy="972243"/>
          </a:xfrm>
          <a:prstGeom prst="rect">
            <a:avLst/>
          </a:prstGeom>
        </p:spPr>
      </p:pic>
      <p:sp>
        <p:nvSpPr>
          <p:cNvPr id="4" name="Triangolo 3">
            <a:extLst>
              <a:ext uri="{FF2B5EF4-FFF2-40B4-BE49-F238E27FC236}">
                <a16:creationId xmlns:a16="http://schemas.microsoft.com/office/drawing/2014/main" id="{E1819DE6-D5B6-F874-25A3-783FDFFDC04B}"/>
              </a:ext>
            </a:extLst>
          </p:cNvPr>
          <p:cNvSpPr/>
          <p:nvPr/>
        </p:nvSpPr>
        <p:spPr>
          <a:xfrm rot="5400000">
            <a:off x="1405425" y="3926654"/>
            <a:ext cx="477056" cy="29763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5285539-DA4C-CFE9-FE90-9C8D364E08C9}"/>
              </a:ext>
            </a:extLst>
          </p:cNvPr>
          <p:cNvSpPr txBox="1"/>
          <p:nvPr/>
        </p:nvSpPr>
        <p:spPr>
          <a:xfrm>
            <a:off x="0" y="133122"/>
            <a:ext cx="111556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it-IT" sz="2200" b="1" dirty="0">
                <a:solidFill>
                  <a:srgbClr val="16304B"/>
                </a:solidFill>
                <a:latin typeface="IBM Plex Sans"/>
              </a:rPr>
              <a:t>Visualizza nuovi gruppi assegnati a Sara e torna indietro</a:t>
            </a:r>
            <a:endParaRPr sz="2200" b="1" dirty="0">
              <a:solidFill>
                <a:srgbClr val="16304B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757333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55586275-A33E-B20B-ABA0-982EDED001F5}"/>
              </a:ext>
            </a:extLst>
          </p:cNvPr>
          <p:cNvSpPr txBox="1"/>
          <p:nvPr/>
        </p:nvSpPr>
        <p:spPr>
          <a:xfrm>
            <a:off x="505814" y="936260"/>
            <a:ext cx="10487377" cy="53949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1EE42F2-C3BE-98BD-36BC-A7E958D46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399032"/>
            <a:ext cx="3511296" cy="476402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48138C6-832C-209D-F691-7FCCF4C7C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1399032"/>
            <a:ext cx="3703320" cy="476402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1D0209D-2BE4-5E2D-C09C-E516B9199B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000"/>
          <a:stretch>
            <a:fillRect/>
          </a:stretch>
        </p:blipFill>
        <p:spPr>
          <a:xfrm>
            <a:off x="694944" y="3977639"/>
            <a:ext cx="1581912" cy="1581912"/>
          </a:xfrm>
          <a:prstGeom prst="rect">
            <a:avLst/>
          </a:prstGeom>
        </p:spPr>
      </p:pic>
      <p:sp>
        <p:nvSpPr>
          <p:cNvPr id="100" name="Fondo bianco pagina 292">
            <a:extLst>
              <a:ext uri="{FF2B5EF4-FFF2-40B4-BE49-F238E27FC236}">
                <a16:creationId xmlns:a16="http://schemas.microsoft.com/office/drawing/2014/main" id="{C3B3E29D-5CB4-EFBD-FF1C-C9275D3B73AB}"/>
              </a:ext>
            </a:extLst>
          </p:cNvPr>
          <p:cNvSpPr txBox="1"/>
          <p:nvPr/>
        </p:nvSpPr>
        <p:spPr>
          <a:xfrm>
            <a:off x="640080" y="457200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73E31"/>
                </a:solidFill>
                <a:latin typeface="Calibri"/>
              </a:rPr>
              <a:t>Accesso di Sara ai gruppi e alle sedi assegnati</a:t>
            </a:r>
            <a:endParaRPr sz="2200" b="1">
              <a:solidFill>
                <a:srgbClr val="16304B"/>
              </a:solidFill>
              <a:latin typeface="IBM Plex Sans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947672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152932"/>
                </a:solidFill>
                <a:latin typeface="Calibri"/>
              </a:rPr>
              <a:t>Sara vede soltanto i gruppi, i sottogruppi e le sedi dei rami aziendali che le sono stati assegnati.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5961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52932"/>
                </a:solidFill>
                <a:latin typeface="Calibri"/>
              </a:rPr>
              <a:t>Sara, nuova utente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1014984"/>
            <a:ext cx="3520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73E31"/>
                </a:solidFill>
                <a:latin typeface="Calibri"/>
              </a:rPr>
              <a:t>Gruppi di classificazione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576" y="1014984"/>
            <a:ext cx="37033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73E31"/>
                </a:solidFill>
                <a:latin typeface="Calibri"/>
              </a:rPr>
              <a:t>Gruppi portfolio</a:t>
            </a:r>
          </a:p>
        </p:txBody>
      </p:sp>
    </p:spTree>
    <p:extLst>
      <p:ext uri="{BB962C8B-B14F-4D97-AF65-F5344CB8AC3E}">
        <p14:creationId xmlns:p14="http://schemas.microsoft.com/office/powerpoint/2010/main" val="3969245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Documentazione ufficiale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Ruoli e livelli di accesso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Autorizzazioni e perimetro dei dati visibili.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Contatti e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Creazione delle utenze e assegnazione degli accessi.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Amministrazione della piattaforma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Preferenze e configurazioni dell’organizzazione.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Gruppi e gerarchie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Gruppi di classificazione e gruppi portfolio.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Creazione di un gruppo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Tipo di gruppo, gerarchia e percentuale di reporting.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Gruppi e sedi associate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Creazione dei gruppi e associazione delle 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Collegamenti ai capitoli IBM Docs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2688</Words>
  <Application>Microsoft Macintosh PowerPoint</Application>
  <PresentationFormat>Widescreen</PresentationFormat>
  <Paragraphs>514</Paragraphs>
  <Slides>49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49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Georgia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5</cp:revision>
  <dcterms:created xsi:type="dcterms:W3CDTF">2026-10-09T13:31:22Z</dcterms:created>
  <dcterms:modified xsi:type="dcterms:W3CDTF">2026-10-09T14:16:51Z</dcterms:modified>
</cp:coreProperties>
</file>