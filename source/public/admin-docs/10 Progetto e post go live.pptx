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57" r:id="rId4"/>
  </p:sldMasterIdLst>
  <p:notesMasterIdLst>
    <p:notesMasterId r:id="rId12"/>
  </p:notesMasterIdLst>
  <p:sldIdLst>
    <p:sldId id="635" r:id="rId5"/>
    <p:sldId id="782" r:id="rId6"/>
    <p:sldId id="268" r:id="rId7"/>
    <p:sldId id="273" r:id="rId8"/>
    <p:sldId id="272" r:id="rId9"/>
    <p:sldId id="296" r:id="rId10"/>
    <p:sldId id="402" r:id="rId11"/>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Stile medio 2 - Color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Stile medio 2 - Color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Stile medio 2 - Color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Stile medio 2 - Colore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50"/>
    <p:restoredTop sz="92877"/>
  </p:normalViewPr>
  <p:slideViewPr>
    <p:cSldViewPr snapToGrid="0">
      <p:cViewPr varScale="1">
        <p:scale>
          <a:sx n="92" d="100"/>
          <a:sy n="92" d="100"/>
        </p:scale>
        <p:origin x="184" y="7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6214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7EE89-4BDF-4A13-1CBE-7385029C65F5}"/>
            </a:ext>
          </a:extLst>
        </p:cNvPr>
        <p:cNvGrpSpPr/>
        <p:nvPr/>
      </p:nvGrpSpPr>
      <p:grpSpPr>
        <a:xfrm>
          <a:off x="0" y="0"/>
          <a:ext cx="0" cy="0"/>
          <a:chOff x="0" y="0"/>
          <a:chExt cx="0" cy="0"/>
        </a:xfrm>
      </p:grpSpPr>
      <p:sp>
        <p:nvSpPr>
          <p:cNvPr id="4253" name="PlaceHolder 1">
            <a:extLst>
              <a:ext uri="{FF2B5EF4-FFF2-40B4-BE49-F238E27FC236}">
                <a16:creationId xmlns:a16="http://schemas.microsoft.com/office/drawing/2014/main" id="{0FC1C29E-C31A-687F-CDAF-D242CBC89A33}"/>
              </a:ext>
            </a:extLst>
          </p:cNvPr>
          <p:cNvSpPr>
            <a:spLocks noGrp="1" noRot="1" noChangeAspect="1"/>
          </p:cNvSpPr>
          <p:nvPr>
            <p:ph type="sldImg"/>
          </p:nvPr>
        </p:nvSpPr>
        <p:spPr>
          <a:xfrm>
            <a:off x="0" y="0"/>
            <a:ext cx="0" cy="0"/>
          </a:xfrm>
          <a:prstGeom prst="rect">
            <a:avLst/>
          </a:prstGeom>
          <a:ln w="0">
            <a:noFill/>
          </a:ln>
        </p:spPr>
      </p:sp>
      <p:sp>
        <p:nvSpPr>
          <p:cNvPr id="4254" name="PlaceHolder 2">
            <a:extLst>
              <a:ext uri="{FF2B5EF4-FFF2-40B4-BE49-F238E27FC236}">
                <a16:creationId xmlns:a16="http://schemas.microsoft.com/office/drawing/2014/main" id="{691857AE-C190-C60B-BF49-21FABE880171}"/>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it-IT"/>
              <a:t>[Sources]</a:t>
            </a:r>
          </a:p>
          <a:p>
            <a:r>
              <a:rPr lang="it-IT"/>
              <a:t>https://www.ibm.com/docs/en/envizi-esg-suite?topic=reporting-audit-reports</a:t>
            </a:r>
          </a:p>
          <a:p>
            <a:r>
              <a:rPr lang="it-IT"/>
              <a:t>https://www.ibm.com/docs/en/envizi-esg-suite?topic=reporting-extract-reports</a:t>
            </a:r>
          </a:p>
          <a:p>
            <a:r>
              <a:rPr lang="it-IT"/>
              <a:t>https://www.ibm.com/docs/en/envizi-esg-suite?topic=managing-adding-notes-attachments</a:t>
            </a:r>
          </a:p>
          <a:p>
            <a:r>
              <a:rPr lang="it-IT"/>
              <a:t>https://www.ibm.com/docs/en/envizi-esg-suite?topic=data-reviewing-approving-account-records</a:t>
            </a:r>
          </a:p>
          <a:p>
            <a:r>
              <a:rPr lang="it-IT"/>
              <a:t>https://www.ibm.com/docs/en/envizi-esg-suite?topic=data-editing-locked-records-related-entities</a:t>
            </a:r>
          </a:p>
          <a:p>
            <a:r>
              <a:rPr lang="it-IT"/>
              <a:t>https://www.ibm.com/docs/en/envizi-esg-suite?topic=data-reporting-approval-status-approved</a:t>
            </a:r>
          </a:p>
          <a:p>
            <a:r>
              <a:rPr lang="it-IT"/>
              <a:t>Consultazione: 9 ottobre 2026</a:t>
            </a:r>
          </a:p>
          <a:p>
            <a:r>
              <a:rPr lang="it-IT"/>
              <a:t>[/Sources]</a:t>
            </a:r>
          </a:p>
        </p:txBody>
      </p:sp>
      <p:sp>
        <p:nvSpPr>
          <p:cNvPr id="4255" name="PlaceHolder 3">
            <a:extLst>
              <a:ext uri="{FF2B5EF4-FFF2-40B4-BE49-F238E27FC236}">
                <a16:creationId xmlns:a16="http://schemas.microsoft.com/office/drawing/2014/main" id="{76DF4804-1DC9-30B7-43A0-15FD23AC73AE}"/>
              </a:ext>
            </a:extLst>
          </p:cNvPr>
          <p:cNvSpPr>
            <a:spLocks noGrp="1"/>
          </p:cNvSpPr>
          <p:nvPr>
            <p:ph type="sldNum" idx="4"/>
          </p:nvPr>
        </p:nvSpPr>
        <p:spPr>
          <a:xfrm>
            <a:off x="0" y="0"/>
            <a:ext cx="0" cy="0"/>
          </a:xfrm>
          <a:prstGeom prst="rect">
            <a:avLst/>
          </a:prstGeom>
          <a:noFill/>
          <a:ln w="0">
            <a:noFill/>
          </a:ln>
        </p:spPr>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4016586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note 2"/>
          <p:cNvSpPr>
            <a:spLocks noGrp="1"/>
          </p:cNvSpPr>
          <p:nvPr>
            <p:ph type="body" idx="1"/>
          </p:nvPr>
        </p:nvSpPr>
        <p:spPr/>
        <p:txBody>
          <a:bodyPr/>
          <a:lstStyle/>
          <a:p>
            <a:r>
              <a:t>[Sources]</a:t>
            </a:r>
          </a:p>
          <a:p>
            <a:r>
              <a:t>- IBM Training, “Envizi ESG Suite Implementation Methodology” (course DL25631G), https://www.ibm.com/training/course/envizi-esg-suite-implementation-methodology-DL25631G ; the public overview confirms that a staged implementation methodology exists for Standard and Premium editions but does not list its stages or project duration.</a:t>
            </a:r>
          </a:p>
          <a:p>
            <a:r>
              <a:t>- IBM Documentation, “Configuring”, https://www.ibm.com/docs/en/envizi-esg-suite?topic=configuring ; groups, locations, account styles, accounts and data types.</a:t>
            </a:r>
          </a:p>
          <a:p>
            <a:r>
              <a:t>- IBM Documentation, “Configuring data loading into accounts”, https://www.ibm.com/docs/en/envizi-esg-suite?topic=cases-configuring-data-loading-into-accounts ; loading templates, transformations and custom API options.</a:t>
            </a:r>
          </a:p>
          <a:p>
            <a:r>
              <a:t>- IBM Documentation, “Setting up Data Flow Automation”, https://www.ibm.com/docs/en/envizi-esg-suite?topic=administering-setting-up-data-flow-automation ; data services and pipelines.</a:t>
            </a:r>
          </a:p>
          <a:p>
            <a:r>
              <a:t>- IBM Envizi ESG Data Management, https://www.ibm.com/products/envizi/esg-data-management ; data capture, normalization and quality tools.</a:t>
            </a:r>
          </a:p>
          <a:p>
            <a:r>
              <a:t>[/Sources]</a:t>
            </a:r>
          </a:p>
          <a:p>
            <a:r>
              <a:rPr lang="it-IT"/>
              <a:t>Il diagramma illustra il percorso di implementazione fino al supporto operativo. Le fonti pubbliche citate descrivono la metodologia e le attività, ma non attestano una durata media di implementazione. I 5–6 mesi riportati nella slide sono un esempio indicativo di pianificazione, non una durata media verificata né un impegno contrattuale. I tempi effettivi dipendono dall’ambito del progetto e dalla risposta continua</a:t>
            </a:r>
            <a:r>
              <a:t>, </a:t>
            </a:r>
            <a:r>
              <a:rPr lang="it-IT"/>
              <a:t>accurata e tempestiva del cliente</a:t>
            </a:r>
            <a:r>
              <a:t>. </a:t>
            </a:r>
            <a:r>
              <a:rPr lang="it-IT"/>
              <a:t>Il riferimento a 16–20 settimane è stato rimosso per evitare una conversione non equivalente</a:t>
            </a:r>
            <a:r>
              <a:t>. </a:t>
            </a:r>
            <a:r>
              <a:rPr lang="it-IT"/>
              <a:t>Le denominazioni delle fasi nel diagramma non sono presentate come denominazioni ufficiali confermate dalle fonti citate</a:t>
            </a:r>
            <a:r>
              <a:t>.</a:t>
            </a:r>
          </a:p>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2" name="Picture 1" descr="sfondo leggero.png">
            <a:extLst>
              <a:ext uri="{FF2B5EF4-FFF2-40B4-BE49-F238E27FC236}">
                <a16:creationId xmlns:a16="http://schemas.microsoft.com/office/drawing/2014/main" id="{B6667F1F-51A6-7F2E-50D5-83472D047906}"/>
              </a:ext>
            </a:extLst>
          </p:cNvPr>
          <p:cNvPicPr>
            <a:picLocks noChangeAspect="1"/>
          </p:cNvPicPr>
          <p:nvPr userDrawn="1"/>
        </p:nvPicPr>
        <p:blipFill>
          <a:blip r:embed="rId2"/>
          <a:stretch>
            <a:fillRect/>
          </a:stretch>
        </p:blipFill>
        <p:spPr>
          <a:xfrm>
            <a:off x="0" y="0"/>
            <a:ext cx="12188952" cy="6858000"/>
          </a:xfrm>
          <a:prstGeom prst="rect">
            <a:avLst/>
          </a:prstGeom>
        </p:spPr>
      </p:pic>
      <p:sp>
        <p:nvSpPr>
          <p:cNvPr id="5" name="CasellaDiTesto 4">
            <a:extLst>
              <a:ext uri="{FF2B5EF4-FFF2-40B4-BE49-F238E27FC236}">
                <a16:creationId xmlns:a16="http://schemas.microsoft.com/office/drawing/2014/main" id="{5273C7BB-B8F5-AF70-58A1-27484AE2341A}"/>
              </a:ext>
            </a:extLst>
          </p:cNvPr>
          <p:cNvSpPr txBox="1"/>
          <p:nvPr userDrawn="1"/>
        </p:nvSpPr>
        <p:spPr>
          <a:xfrm>
            <a:off x="471115" y="-23853"/>
            <a:ext cx="9968948" cy="523220"/>
          </a:xfrm>
          <a:prstGeom prst="rect">
            <a:avLst/>
          </a:prstGeom>
          <a:noFill/>
        </p:spPr>
        <p:txBody>
          <a:bodyPr wrap="square">
            <a:spAutoFit/>
          </a:bodyPr>
          <a:lstStyle/>
          <a:p>
            <a:endParaRPr lang="it-IT" sz="2800" b="1" dirty="0">
              <a:solidFill>
                <a:srgbClr val="14433A"/>
              </a:solidFill>
              <a:latin typeface="IBM Plex Sans" panose="020B0503050203000203"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9" y="192024"/>
            <a:ext cx="4953942" cy="1429544"/>
          </a:xfrm>
        </p:spPr>
        <p:txBody>
          <a:bodyPr/>
          <a:lstStyle>
            <a:lvl1pPr>
              <a:lnSpc>
                <a:spcPct val="100000"/>
              </a:lnSpc>
              <a:defRPr sz="3199">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6382795" y="224028"/>
            <a:ext cx="5520318" cy="4287044"/>
          </a:xfrm>
        </p:spPr>
        <p:txBody>
          <a:bodyPr/>
          <a:lstStyle>
            <a:lvl1pPr>
              <a:lnSpc>
                <a:spcPct val="100000"/>
              </a:lnSpc>
              <a:spcBef>
                <a:spcPts val="0"/>
              </a:spcBef>
              <a:defRPr sz="3199">
                <a:solidFill>
                  <a:schemeClr val="tx2"/>
                </a:solidFill>
              </a:defRPr>
            </a:lvl1pPr>
            <a:lvl2pPr marL="292549" indent="-292549">
              <a:lnSpc>
                <a:spcPct val="100000"/>
              </a:lnSpc>
              <a:spcBef>
                <a:spcPts val="0"/>
              </a:spcBef>
              <a:defRPr sz="3199">
                <a:solidFill>
                  <a:schemeClr val="tx2"/>
                </a:solidFill>
              </a:defRPr>
            </a:lvl2pPr>
            <a:lvl3pPr marL="548530" indent="-292549">
              <a:lnSpc>
                <a:spcPct val="100000"/>
              </a:lnSpc>
              <a:spcBef>
                <a:spcPts val="0"/>
              </a:spcBef>
              <a:defRPr sz="3199">
                <a:solidFill>
                  <a:schemeClr val="tx2"/>
                </a:solidFill>
              </a:defRPr>
            </a:lvl3pPr>
            <a:lvl4pPr marL="877648">
              <a:lnSpc>
                <a:spcPct val="100000"/>
              </a:lnSpc>
              <a:spcBef>
                <a:spcPts val="0"/>
              </a:spcBef>
              <a:defRPr sz="3199">
                <a:solidFill>
                  <a:schemeClr val="tx2"/>
                </a:solidFill>
              </a:defRPr>
            </a:lvl4pPr>
            <a:lvl5pPr>
              <a:lnSpc>
                <a:spcPct val="100000"/>
              </a:lnSpc>
              <a:spcBef>
                <a:spcPts val="0"/>
              </a:spcBef>
              <a:defRPr sz="3199"/>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284125" y="6402118"/>
            <a:ext cx="2477765" cy="190500"/>
          </a:xfrm>
        </p:spPr>
        <p:txBody>
          <a:bodyPr/>
          <a:lstStyle/>
          <a:p>
            <a:endParaRPr lang="en-US" dirty="0"/>
          </a:p>
        </p:txBody>
      </p:sp>
    </p:spTree>
    <p:extLst>
      <p:ext uri="{BB962C8B-B14F-4D97-AF65-F5344CB8AC3E}">
        <p14:creationId xmlns:p14="http://schemas.microsoft.com/office/powerpoint/2010/main" val="349749484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509EA-57CA-9A71-E391-10854E6644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435E42-6EB0-A758-C7D1-BC518D2AFA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6EA591-A2B3-4B14-0740-EE8764D7FD30}"/>
              </a:ext>
            </a:extLst>
          </p:cNvPr>
          <p:cNvSpPr>
            <a:spLocks noGrp="1"/>
          </p:cNvSpPr>
          <p:nvPr>
            <p:ph type="dt" sz="half" idx="10"/>
          </p:nvPr>
        </p:nvSpPr>
        <p:spPr/>
        <p:txBody>
          <a:bodyPr/>
          <a:lstStyle/>
          <a:p>
            <a:fld id="{1FE6BF0D-213E-F34D-93C6-37AB37C29CAE}" type="datetimeFigureOut">
              <a:rPr lang="en-US" smtClean="0"/>
              <a:t>10/8/26</a:t>
            </a:fld>
            <a:endParaRPr lang="en-US"/>
          </a:p>
        </p:txBody>
      </p:sp>
      <p:sp>
        <p:nvSpPr>
          <p:cNvPr id="5" name="Footer Placeholder 4">
            <a:extLst>
              <a:ext uri="{FF2B5EF4-FFF2-40B4-BE49-F238E27FC236}">
                <a16:creationId xmlns:a16="http://schemas.microsoft.com/office/drawing/2014/main" id="{407C7C6F-92F8-28B6-9CB9-837A13758E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25189C-1C89-B914-D8D5-484BDDB24250}"/>
              </a:ext>
            </a:extLst>
          </p:cNvPr>
          <p:cNvSpPr>
            <a:spLocks noGrp="1"/>
          </p:cNvSpPr>
          <p:nvPr>
            <p:ph type="sldNum" sz="quarter" idx="12"/>
          </p:nvPr>
        </p:nvSpPr>
        <p:spPr/>
        <p:txBody>
          <a:bodyPr/>
          <a:lstStyle/>
          <a:p>
            <a:fld id="{85D104AF-6D8B-754A-9FED-073057245C12}" type="slidenum">
              <a:rPr lang="en-US" smtClean="0"/>
              <a:t>‹N›</a:t>
            </a:fld>
            <a:endParaRPr lang="en-US"/>
          </a:p>
        </p:txBody>
      </p:sp>
    </p:spTree>
    <p:extLst>
      <p:ext uri="{BB962C8B-B14F-4D97-AF65-F5344CB8AC3E}">
        <p14:creationId xmlns:p14="http://schemas.microsoft.com/office/powerpoint/2010/main" val="2176453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1" cy="762795"/>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67910" y="6452316"/>
            <a:ext cx="136791" cy="123111"/>
          </a:xfrm>
          <a:prstGeom prst="rect">
            <a:avLst/>
          </a:prstGeom>
        </p:spPr>
        <p:txBody>
          <a:bodyPr/>
          <a:lstStyle/>
          <a:p>
            <a:fld id="{86CB4B4D-7CA3-9044-876B-883B54F8677D}" type="slidenum">
              <a:rPr lang="en-US" smtClean="0"/>
              <a:t>‹N›</a:t>
            </a:fld>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288000" y="1714500"/>
            <a:ext cx="2477765" cy="4286251"/>
          </a:xfrm>
        </p:spPr>
        <p:txBody>
          <a:bodyPr/>
          <a:lstStyle>
            <a:lvl1pPr>
              <a:lnSpc>
                <a:spcPct val="110000"/>
              </a:lnSpc>
              <a:spcBef>
                <a:spcPts val="0"/>
              </a:spcBef>
              <a:defRPr sz="1400">
                <a:solidFill>
                  <a:schemeClr val="tx1"/>
                </a:solidFill>
              </a:defRPr>
            </a:lvl1pPr>
            <a:lvl2pPr marL="127997" indent="-127997">
              <a:lnSpc>
                <a:spcPct val="110000"/>
              </a:lnSpc>
              <a:spcBef>
                <a:spcPts val="0"/>
              </a:spcBef>
              <a:defRPr sz="1400">
                <a:solidFill>
                  <a:schemeClr val="tx1"/>
                </a:solidFill>
              </a:defRPr>
            </a:lvl2pPr>
            <a:lvl3pPr marL="255995" indent="-127997">
              <a:lnSpc>
                <a:spcPct val="110000"/>
              </a:lnSpc>
              <a:spcBef>
                <a:spcPts val="0"/>
              </a:spcBef>
              <a:defRPr sz="1400">
                <a:solidFill>
                  <a:schemeClr val="tx1"/>
                </a:solidFill>
              </a:defRPr>
            </a:lvl3pPr>
            <a:lvl4pPr marL="383992" indent="-127997">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4" y="0"/>
            <a:ext cx="9144397" cy="6858000"/>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3908711413"/>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1" cy="762795"/>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67910" y="6452316"/>
            <a:ext cx="136791" cy="123111"/>
          </a:xfrm>
          <a:prstGeom prst="rect">
            <a:avLst/>
          </a:prstGeom>
        </p:spPr>
        <p:txBody>
          <a:bodyPr/>
          <a:lstStyle/>
          <a:p>
            <a:fld id="{86CB4B4D-7CA3-9044-876B-883B54F8677D}" type="slidenum">
              <a:rPr lang="en-US" smtClean="0"/>
              <a:t>‹N›</a:t>
            </a:fld>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8000" y="1714500"/>
            <a:ext cx="2477765" cy="4286251"/>
          </a:xfrm>
        </p:spPr>
        <p:txBody>
          <a:bodyPr/>
          <a:lstStyle>
            <a:lvl1pPr>
              <a:lnSpc>
                <a:spcPct val="110000"/>
              </a:lnSpc>
              <a:spcBef>
                <a:spcPts val="0"/>
              </a:spcBef>
              <a:defRPr sz="1400">
                <a:solidFill>
                  <a:schemeClr val="tx1"/>
                </a:solidFill>
              </a:defRPr>
            </a:lvl1pPr>
            <a:lvl2pPr marL="127997" indent="-127997">
              <a:lnSpc>
                <a:spcPct val="110000"/>
              </a:lnSpc>
              <a:spcBef>
                <a:spcPts val="0"/>
              </a:spcBef>
              <a:defRPr sz="1400">
                <a:solidFill>
                  <a:schemeClr val="tx1"/>
                </a:solidFill>
              </a:defRPr>
            </a:lvl2pPr>
            <a:lvl3pPr marL="255995" indent="-127997">
              <a:lnSpc>
                <a:spcPct val="110000"/>
              </a:lnSpc>
              <a:spcBef>
                <a:spcPts val="0"/>
              </a:spcBef>
              <a:defRPr sz="1400">
                <a:solidFill>
                  <a:schemeClr val="tx1"/>
                </a:solidFill>
              </a:defRPr>
            </a:lvl3pPr>
            <a:lvl4pPr marL="383992" indent="-127997">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endParaRPr lang="en-US" dirty="0"/>
          </a:p>
        </p:txBody>
      </p:sp>
      <p:sp>
        <p:nvSpPr>
          <p:cNvPr id="7" name="Picture Placeholder 6">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3333318" y="282576"/>
            <a:ext cx="8574559" cy="6289675"/>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411860311"/>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Data, 3 callouts, vertical">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3301" y="192600"/>
            <a:ext cx="2474590" cy="953294"/>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stStyle>
          <a:p>
            <a:pPr lvl="0"/>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192600"/>
            <a:ext cx="2474590" cy="951707"/>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stStyle>
          <a:p>
            <a:pPr lvl="0"/>
            <a:r>
              <a:rPr lang="en-US" dirty="0"/>
              <a:t>00%</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92600"/>
            <a:ext cx="2475384" cy="953956"/>
          </a:xfrm>
          <a:prstGeom prst="rect">
            <a:avLst/>
          </a:prstGeom>
        </p:spPr>
        <p:txBody>
          <a:bodyPr/>
          <a:lstStyle>
            <a:lvl1pPr>
              <a:lnSpc>
                <a:spcPct val="100000"/>
              </a:lnSpc>
              <a:defRPr sz="6499" b="0" i="0">
                <a:solidFill>
                  <a:schemeClr val="accent1"/>
                </a:solidFill>
                <a:latin typeface="IBM Plex Sans Light" panose="020B0403050203000203" pitchFamily="34" charset="0"/>
              </a:defRPr>
            </a:lvl1pPr>
            <a:lvl2pPr marL="0" indent="0">
              <a:buNone/>
              <a:defRPr/>
            </a:lvl2pPr>
          </a:lstStyle>
          <a:p>
            <a:pPr lvl="0"/>
            <a:r>
              <a:rPr lang="en-US" dirty="0"/>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192600"/>
            <a:ext cx="2474590" cy="1429544"/>
          </a:xfrm>
        </p:spPr>
        <p:txBody>
          <a:bodyPr/>
          <a:lstStyle>
            <a:lvl1pPr>
              <a:lnSpc>
                <a:spcPct val="100000"/>
              </a:lnSpc>
              <a:defRPr sz="3199" b="0" i="0">
                <a:solidFill>
                  <a:schemeClr val="tx2"/>
                </a:solidFill>
                <a:latin typeface="IBM Plex Sans Light" panose="020B0403050203000203"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1388"/>
            <a:ext cx="2475384" cy="571500"/>
          </a:xfrm>
          <a:prstGeom prst="rect">
            <a:avLst/>
          </a:prstGeom>
        </p:spPr>
        <p:txBody>
          <a:bodyPr anchor="b"/>
          <a:lstStyle>
            <a:lvl1pPr>
              <a:lnSpc>
                <a:spcPct val="100000"/>
              </a:lnSpc>
              <a:spcBef>
                <a:spcPts val="0"/>
              </a:spcBef>
              <a:defRPr sz="800" b="0" i="0">
                <a:solidFill>
                  <a:schemeClr val="tx1"/>
                </a:solidFill>
                <a:latin typeface="IBM Plex Sans Light" panose="020B0403050203000203" pitchFamily="34" charset="0"/>
              </a:defRPr>
            </a:lvl1pPr>
            <a:lvl2pPr marL="73137" indent="-73137">
              <a:lnSpc>
                <a:spcPct val="100000"/>
              </a:lnSpc>
              <a:spcBef>
                <a:spcPts val="0"/>
              </a:spcBef>
              <a:defRPr sz="800" b="0" i="0">
                <a:solidFill>
                  <a:schemeClr val="tx1"/>
                </a:solidFill>
                <a:latin typeface="IBM Plex Sans Light" panose="020B0403050203000203" pitchFamily="34" charset="0"/>
              </a:defRPr>
            </a:lvl2pPr>
            <a:lvl3pPr marL="146275" indent="-73137">
              <a:lnSpc>
                <a:spcPct val="100000"/>
              </a:lnSpc>
              <a:spcBef>
                <a:spcPts val="0"/>
              </a:spcBef>
              <a:defRPr sz="800" b="0" i="0">
                <a:solidFill>
                  <a:schemeClr val="tx1"/>
                </a:solidFill>
                <a:latin typeface="IBM Plex Sans Light" panose="020B0403050203000203" pitchFamily="34" charset="0"/>
              </a:defRPr>
            </a:lvl3pPr>
            <a:lvl4pPr marL="219412" indent="-73137">
              <a:lnSpc>
                <a:spcPct val="100000"/>
              </a:lnSpc>
              <a:spcBef>
                <a:spcPts val="0"/>
              </a:spcBef>
              <a:defRPr sz="800" b="0" i="0">
                <a:solidFill>
                  <a:schemeClr val="tx1"/>
                </a:solidFill>
                <a:latin typeface="IBM Plex Sans Light" panose="020B04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66534"/>
            <a:ext cx="2475384" cy="4836520"/>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1166533"/>
            <a:ext cx="2476178" cy="4833423"/>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28522" y="1166533"/>
            <a:ext cx="2476178" cy="4833423"/>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‹N›</a:t>
            </a:fld>
            <a:endParaRPr lang="en-US" dirty="0"/>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dirty="0"/>
          </a:p>
        </p:txBody>
      </p:sp>
    </p:spTree>
    <p:extLst>
      <p:ext uri="{BB962C8B-B14F-4D97-AF65-F5344CB8AC3E}">
        <p14:creationId xmlns:p14="http://schemas.microsoft.com/office/powerpoint/2010/main" val="286247983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with footer)">
    <p:spTree>
      <p:nvGrpSpPr>
        <p:cNvPr id="1" name=""/>
        <p:cNvGrpSpPr/>
        <p:nvPr/>
      </p:nvGrpSpPr>
      <p:grpSpPr>
        <a:xfrm>
          <a:off x="0" y="0"/>
          <a:ext cx="0" cy="0"/>
          <a:chOff x="0" y="0"/>
          <a:chExt cx="0" cy="0"/>
        </a:xfrm>
      </p:grpSpPr>
      <p:sp>
        <p:nvSpPr>
          <p:cNvPr id="3" name="Footer Placeholder"/>
          <p:cNvSpPr>
            <a:spLocks noGrp="1"/>
          </p:cNvSpPr>
          <p:nvPr>
            <p:ph type="ftr" sz="quarter" idx="10"/>
          </p:nvPr>
        </p:nvSpPr>
        <p:spPr/>
        <p:txBody>
          <a:bodyPr/>
          <a:lstStyle>
            <a:lvl1pPr>
              <a:defRPr>
                <a:solidFill>
                  <a:schemeClr val="tx1"/>
                </a:solidFill>
              </a:defRPr>
            </a:lvl1pPr>
          </a:lstStyle>
          <a:p>
            <a:r>
              <a:rPr lang="en-US"/>
              <a:t>ESG Data &amp; Environmental Intelligence / © 2023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‹N›</a:t>
            </a:fld>
            <a:endParaRPr lang="en-US" dirty="0"/>
          </a:p>
        </p:txBody>
      </p:sp>
    </p:spTree>
    <p:extLst>
      <p:ext uri="{BB962C8B-B14F-4D97-AF65-F5344CB8AC3E}">
        <p14:creationId xmlns:p14="http://schemas.microsoft.com/office/powerpoint/2010/main" val="1846290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Section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024"/>
            <a:ext cx="5524575" cy="1429544"/>
          </a:xfrm>
        </p:spPr>
        <p:txBody>
          <a:bodyPr rIns="457200"/>
          <a:lstStyle>
            <a:lvl1pPr>
              <a:lnSpc>
                <a:spcPct val="100000"/>
              </a:lnSpc>
              <a:defRPr sz="4299" b="0" i="0">
                <a:solidFill>
                  <a:schemeClr val="tx2"/>
                </a:solidFill>
                <a:latin typeface="IBM Plex Sans Light" panose="020B0403050203000203" pitchFamily="34" charset="0"/>
              </a:defRPr>
            </a:lvl1pPr>
          </a:lstStyle>
          <a:p>
            <a:r>
              <a:rPr lang="en-US" dirty="0"/>
              <a:t>Click to edit Master title style</a:t>
            </a:r>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‹N›</a:t>
            </a:fld>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284125" y="6402118"/>
            <a:ext cx="2477765" cy="190500"/>
          </a:xfrm>
        </p:spPr>
        <p:txBody>
          <a:bodyPr/>
          <a:lstStyle>
            <a:lvl1pPr>
              <a:defRPr b="0" i="0">
                <a:latin typeface="IBM Plex Sans Light" panose="020B0403050203000203" pitchFamily="34" charset="0"/>
              </a:defRPr>
            </a:lvl1pPr>
          </a:lstStyle>
          <a:p>
            <a:endParaRPr lang="en-US" dirty="0"/>
          </a:p>
        </p:txBody>
      </p:sp>
    </p:spTree>
    <p:extLst>
      <p:ext uri="{BB962C8B-B14F-4D97-AF65-F5344CB8AC3E}">
        <p14:creationId xmlns:p14="http://schemas.microsoft.com/office/powerpoint/2010/main" val="1225976579"/>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879149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DEFAULT">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00" b="0" u="none" strike="noStrike">
                <a:solidFill>
                  <a:schemeClr val="dk1"/>
                </a:solidFill>
                <a:effectLst/>
                <a:uFillTx/>
                <a:latin typeface="Calibri"/>
              </a:defRPr>
            </a:lvl1pPr>
            <a:lvl2pPr lvl="1" algn="l">
              <a:lnSpc>
                <a:spcPct val="90000"/>
              </a:lnSpc>
              <a:spcBef>
                <a:spcPts val="1134"/>
              </a:spcBef>
              <a:buClr>
                <a:srgbClr val="000000"/>
              </a:buClr>
              <a:buSzPct val="75000"/>
              <a:buFont typeface="Symbol" charset="2"/>
              <a:buChar char=""/>
              <a:defRPr lang="en-US" sz="2000" b="0" u="none" strike="noStrike">
                <a:solidFill>
                  <a:schemeClr val="dk1"/>
                </a:solidFill>
                <a:effectLst/>
                <a:uFillTx/>
                <a:latin typeface="Calibri"/>
              </a:defRPr>
            </a:lvl2pPr>
            <a:lvl3pPr lvl="2" algn="l">
              <a:lnSpc>
                <a:spcPct val="90000"/>
              </a:lnSpc>
              <a:spcBef>
                <a:spcPts val="850"/>
              </a:spcBef>
              <a:buClr>
                <a:srgbClr val="000000"/>
              </a:buClr>
              <a:buSzPct val="45000"/>
              <a:buFont typeface="Wingdings" charset="2"/>
              <a:buChar char=""/>
              <a:defRPr lang="en-US" sz="1800" b="0" u="none" strike="noStrike">
                <a:solidFill>
                  <a:schemeClr val="dk1"/>
                </a:solidFill>
                <a:effectLst/>
                <a:uFillTx/>
                <a:latin typeface="Calibri"/>
              </a:defRPr>
            </a:lvl3pPr>
            <a:lvl4pPr lvl="3" algn="l">
              <a:lnSpc>
                <a:spcPct val="90000"/>
              </a:lnSpc>
              <a:spcBef>
                <a:spcPts val="567"/>
              </a:spcBef>
              <a:buClr>
                <a:srgbClr val="000000"/>
              </a:buClr>
              <a:buSzPct val="75000"/>
              <a:buFont typeface="Symbol" charset="2"/>
              <a:buChar char=""/>
              <a:defRPr lang="en-US" sz="1800" b="0" u="none" strike="noStrike">
                <a:solidFill>
                  <a:schemeClr val="dk1"/>
                </a:solidFill>
                <a:effectLst/>
                <a:uFillTx/>
                <a:latin typeface="Calibri"/>
              </a:defRPr>
            </a:lvl4pPr>
            <a:lvl5pPr lvl="4"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p>
          <a:p>
            <a:pPr marL="864000" lvl="1" indent="-324000" algn="l">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p>
          <a:p>
            <a:pPr marL="1296000" lvl="2" indent="-288000" algn="l">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p>
          <a:p>
            <a:pPr marL="1728000" lvl="3" indent="-216000" algn="l">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p>
          <a:p>
            <a:pPr marL="2160000" lvl="4"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extLst>
      <p:ext uri="{BB962C8B-B14F-4D97-AF65-F5344CB8AC3E}">
        <p14:creationId xmlns:p14="http://schemas.microsoft.com/office/powerpoint/2010/main" val="3529179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1_Title Slide">
    <p:bg>
      <p:bgPr>
        <a:solidFill>
          <a:srgbClr val="FFFFFF"/>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p>
        </p:txBody>
      </p:sp>
      <p:sp>
        <p:nvSpPr>
          <p:cNvPr id="5"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00" b="0" u="none" strike="noStrike">
                <a:solidFill>
                  <a:schemeClr val="dk1"/>
                </a:solidFill>
                <a:effectLst/>
                <a:uFillTx/>
                <a:latin typeface="Calibri"/>
              </a:defRPr>
            </a:lvl1pPr>
            <a:lvl2pPr lvl="1" algn="l">
              <a:lnSpc>
                <a:spcPct val="90000"/>
              </a:lnSpc>
              <a:spcBef>
                <a:spcPts val="1134"/>
              </a:spcBef>
              <a:buClr>
                <a:srgbClr val="000000"/>
              </a:buClr>
              <a:buSzPct val="75000"/>
              <a:buFont typeface="Symbol" charset="2"/>
              <a:buChar char=""/>
              <a:defRPr lang="en-US" sz="2000" b="0" u="none" strike="noStrike">
                <a:solidFill>
                  <a:schemeClr val="dk1"/>
                </a:solidFill>
                <a:effectLst/>
                <a:uFillTx/>
                <a:latin typeface="Calibri"/>
              </a:defRPr>
            </a:lvl2pPr>
            <a:lvl3pPr lvl="2" algn="l">
              <a:lnSpc>
                <a:spcPct val="90000"/>
              </a:lnSpc>
              <a:spcBef>
                <a:spcPts val="850"/>
              </a:spcBef>
              <a:buClr>
                <a:srgbClr val="000000"/>
              </a:buClr>
              <a:buSzPct val="45000"/>
              <a:buFont typeface="Wingdings" charset="2"/>
              <a:buChar char=""/>
              <a:defRPr lang="en-US" sz="1800" b="0" u="none" strike="noStrike">
                <a:solidFill>
                  <a:schemeClr val="dk1"/>
                </a:solidFill>
                <a:effectLst/>
                <a:uFillTx/>
                <a:latin typeface="Calibri"/>
              </a:defRPr>
            </a:lvl3pPr>
            <a:lvl4pPr lvl="3" algn="l">
              <a:lnSpc>
                <a:spcPct val="90000"/>
              </a:lnSpc>
              <a:spcBef>
                <a:spcPts val="567"/>
              </a:spcBef>
              <a:buClr>
                <a:srgbClr val="000000"/>
              </a:buClr>
              <a:buSzPct val="75000"/>
              <a:buFont typeface="Symbol" charset="2"/>
              <a:buChar char=""/>
              <a:defRPr lang="en-US" sz="1800" b="0" u="none" strike="noStrike">
                <a:solidFill>
                  <a:schemeClr val="dk1"/>
                </a:solidFill>
                <a:effectLst/>
                <a:uFillTx/>
                <a:latin typeface="Calibri"/>
              </a:defRPr>
            </a:lvl4pPr>
            <a:lvl5pPr lvl="4"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p>
          <a:p>
            <a:pPr marL="864000" lvl="1" indent="-324000" algn="l">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p>
          <a:p>
            <a:pPr marL="1296000" lvl="2" indent="-288000" algn="l">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p>
          <a:p>
            <a:pPr marL="1728000" lvl="3" indent="-216000" algn="l">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p>
          <a:p>
            <a:pPr marL="2160000" lvl="4"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extLst>
      <p:ext uri="{BB962C8B-B14F-4D97-AF65-F5344CB8AC3E}">
        <p14:creationId xmlns:p14="http://schemas.microsoft.com/office/powerpoint/2010/main" val="328540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8"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hf hdr="0" dt="0"/>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hyperlink" Target="https://supportcontent.ibm.com/support/pages/node/6553636?check_logged_in=1" TargetMode="External"/><Relationship Id="rId7" Type="http://schemas.openxmlformats.org/officeDocument/2006/relationships/image" Target="../media/image14.png"/><Relationship Id="rId2" Type="http://schemas.openxmlformats.org/officeDocument/2006/relationships/hyperlink" Target="https://www.ibm.com/support/customer/csol/terms/?id=i126-9385&amp;lc=it" TargetMode="Externa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hyperlink" Target="https://www.ibm.com/it-it/products/envizi" TargetMode="External"/><Relationship Id="rId2" Type="http://schemas.openxmlformats.org/officeDocument/2006/relationships/hyperlink" Target="https://community.ibm.com/community/user/groups/community-home?CommunityKey=6853271a-0a5c-45f9-a9a2-0186706f68ec" TargetMode="External"/><Relationship Id="rId1" Type="http://schemas.openxmlformats.org/officeDocument/2006/relationships/slideLayout" Target="../slideLayouts/slideLayout1.xml"/><Relationship Id="rId4" Type="http://schemas.openxmlformats.org/officeDocument/2006/relationships/hyperlink" Target="https://www.ibm.com/docs/en/envizi-esg-suite"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E94C1-566C-F582-C817-9E35FF694902}"/>
            </a:ext>
          </a:extLst>
        </p:cNvPr>
        <p:cNvGrpSpPr/>
        <p:nvPr/>
      </p:nvGrpSpPr>
      <p:grpSpPr>
        <a:xfrm>
          <a:off x="0" y="0"/>
          <a:ext cx="0" cy="0"/>
          <a:chOff x="0" y="0"/>
          <a:chExt cx="0" cy="0"/>
        </a:xfrm>
      </p:grpSpPr>
      <p:pic>
        <p:nvPicPr>
          <p:cNvPr id="13" name="SK-1-img-2">
            <a:extLst>
              <a:ext uri="{FF2B5EF4-FFF2-40B4-BE49-F238E27FC236}">
                <a16:creationId xmlns:a16="http://schemas.microsoft.com/office/drawing/2014/main" id="{857ED53D-59A7-5D41-890D-F7114A35434A}"/>
              </a:ext>
            </a:extLst>
          </p:cNvPr>
          <p:cNvPicPr/>
          <p:nvPr/>
        </p:nvPicPr>
        <p:blipFill>
          <a:blip r:embed="rId3"/>
          <a:stretch/>
        </p:blipFill>
        <p:spPr>
          <a:xfrm>
            <a:off x="6547594" y="1097280"/>
            <a:ext cx="4953008" cy="3438102"/>
          </a:xfrm>
          <a:prstGeom prst="rect">
            <a:avLst/>
          </a:prstGeom>
          <a:noFill/>
          <a:ln w="0">
            <a:noFill/>
          </a:ln>
        </p:spPr>
      </p:pic>
      <p:pic>
        <p:nvPicPr>
          <p:cNvPr id="17" name="SK-1-img-6">
            <a:extLst>
              <a:ext uri="{FF2B5EF4-FFF2-40B4-BE49-F238E27FC236}">
                <a16:creationId xmlns:a16="http://schemas.microsoft.com/office/drawing/2014/main" id="{5D56AC93-A688-6ECC-034F-E950D9F4CA2B}"/>
              </a:ext>
            </a:extLst>
          </p:cNvPr>
          <p:cNvPicPr/>
          <p:nvPr/>
        </p:nvPicPr>
        <p:blipFill>
          <a:blip r:embed="rId4"/>
          <a:stretch/>
        </p:blipFill>
        <p:spPr>
          <a:xfrm>
            <a:off x="640080" y="6035040"/>
            <a:ext cx="10881360" cy="9144"/>
          </a:xfrm>
          <a:prstGeom prst="rect">
            <a:avLst/>
          </a:prstGeom>
          <a:noFill/>
          <a:ln w="0">
            <a:noFill/>
          </a:ln>
        </p:spPr>
      </p:pic>
      <p:pic>
        <p:nvPicPr>
          <p:cNvPr id="18" name="SK-1-img-7">
            <a:extLst>
              <a:ext uri="{FF2B5EF4-FFF2-40B4-BE49-F238E27FC236}">
                <a16:creationId xmlns:a16="http://schemas.microsoft.com/office/drawing/2014/main" id="{4159CB6A-B84D-80D0-F0A2-0063A85ECD0A}"/>
              </a:ext>
            </a:extLst>
          </p:cNvPr>
          <p:cNvPicPr/>
          <p:nvPr/>
        </p:nvPicPr>
        <p:blipFill>
          <a:blip r:embed="rId5"/>
          <a:stretch/>
        </p:blipFill>
        <p:spPr>
          <a:xfrm>
            <a:off x="6010157" y="1097280"/>
            <a:ext cx="5490445" cy="4937760"/>
          </a:xfrm>
          <a:prstGeom prst="rect">
            <a:avLst/>
          </a:prstGeom>
          <a:noFill/>
          <a:ln w="0">
            <a:noFill/>
          </a:ln>
        </p:spPr>
      </p:pic>
      <p:sp>
        <p:nvSpPr>
          <p:cNvPr id="22" name="SK-1-text-11">
            <a:extLst>
              <a:ext uri="{FF2B5EF4-FFF2-40B4-BE49-F238E27FC236}">
                <a16:creationId xmlns:a16="http://schemas.microsoft.com/office/drawing/2014/main" id="{189C8CF6-A3DA-3FE8-27B2-730050E5FCB9}"/>
              </a:ext>
            </a:extLst>
          </p:cNvPr>
          <p:cNvSpPr/>
          <p:nvPr/>
        </p:nvSpPr>
        <p:spPr>
          <a:xfrm>
            <a:off x="640080" y="594360"/>
            <a:ext cx="5212080" cy="36576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noAutofit/>
          </a:bodyPr>
          <a:lstStyle/>
          <a:p>
            <a:pPr algn="l">
              <a:lnSpc>
                <a:spcPct val="105000"/>
              </a:lnSpc>
              <a:spcBef>
                <a:spcPts val="0"/>
              </a:spcBef>
              <a:spcAft>
                <a:spcPts val="800"/>
              </a:spcAft>
            </a:pPr>
            <a:r>
              <a:rPr lang="it-IT" sz="1800" b="1">
                <a:solidFill>
                  <a:srgbClr val="2E7D4F"/>
                </a:solidFill>
                <a:latin typeface="Calibri"/>
              </a:rPr>
              <a:t>2026 ESG REPORTING</a:t>
            </a:r>
          </a:p>
        </p:txBody>
      </p:sp>
      <p:sp>
        <p:nvSpPr>
          <p:cNvPr id="23" name="SK-1-text-12">
            <a:extLst>
              <a:ext uri="{FF2B5EF4-FFF2-40B4-BE49-F238E27FC236}">
                <a16:creationId xmlns:a16="http://schemas.microsoft.com/office/drawing/2014/main" id="{8759690C-0B4B-284E-AD9B-87FB5185FDFC}"/>
              </a:ext>
            </a:extLst>
          </p:cNvPr>
          <p:cNvSpPr/>
          <p:nvPr/>
        </p:nvSpPr>
        <p:spPr>
          <a:xfrm>
            <a:off x="640080" y="1234440"/>
            <a:ext cx="5029200" cy="73152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noAutofit/>
          </a:bodyPr>
          <a:lstStyle/>
          <a:p>
            <a:pPr algn="l">
              <a:lnSpc>
                <a:spcPct val="105000"/>
              </a:lnSpc>
              <a:spcBef>
                <a:spcPts val="0"/>
              </a:spcBef>
              <a:spcAft>
                <a:spcPts val="800"/>
              </a:spcAft>
            </a:pPr>
            <a:r>
              <a:rPr lang="it-IT" sz="4400" b="1">
                <a:solidFill>
                  <a:srgbClr val="14433A"/>
                </a:solidFill>
                <a:latin typeface="Calibri"/>
              </a:rPr>
              <a:t>Envizi</a:t>
            </a:r>
          </a:p>
        </p:txBody>
      </p:sp>
      <p:sp>
        <p:nvSpPr>
          <p:cNvPr id="24" name="SK-1-text-13">
            <a:extLst>
              <a:ext uri="{FF2B5EF4-FFF2-40B4-BE49-F238E27FC236}">
                <a16:creationId xmlns:a16="http://schemas.microsoft.com/office/drawing/2014/main" id="{26CC8673-84D8-87CF-6C96-8DC5FF6EAD58}"/>
              </a:ext>
            </a:extLst>
          </p:cNvPr>
          <p:cNvSpPr/>
          <p:nvPr/>
        </p:nvSpPr>
        <p:spPr>
          <a:xfrm>
            <a:off x="640080" y="2331720"/>
            <a:ext cx="5029200" cy="333756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noAutofit/>
          </a:bodyPr>
          <a:lstStyle/>
          <a:p>
            <a:pPr algn="l">
              <a:lnSpc>
                <a:spcPct val="105000"/>
              </a:lnSpc>
              <a:spcBef>
                <a:spcPts val="0"/>
              </a:spcBef>
              <a:spcAft>
                <a:spcPts val="800"/>
              </a:spcAft>
            </a:pPr>
            <a:r>
              <a:rPr lang="it-IT" sz="2200" b="0" dirty="0">
                <a:solidFill>
                  <a:srgbClr val="5B6B70"/>
                </a:solidFill>
                <a:latin typeface="Calibri"/>
              </a:rPr>
              <a:t>Progettualità e servizi operativi</a:t>
            </a:r>
          </a:p>
          <a:p>
            <a:pPr algn="l">
              <a:lnSpc>
                <a:spcPct val="105000"/>
              </a:lnSpc>
              <a:spcBef>
                <a:spcPts val="0"/>
              </a:spcBef>
              <a:spcAft>
                <a:spcPts val="800"/>
              </a:spcAft>
            </a:pPr>
            <a:endParaRPr lang="it-IT" sz="2200" b="0" dirty="0">
              <a:solidFill>
                <a:srgbClr val="5B6B70"/>
              </a:solidFill>
              <a:latin typeface="Calibri"/>
            </a:endParaRPr>
          </a:p>
          <a:p>
            <a:pPr algn="l">
              <a:lnSpc>
                <a:spcPct val="105000"/>
              </a:lnSpc>
              <a:spcBef>
                <a:spcPts val="0"/>
              </a:spcBef>
              <a:spcAft>
                <a:spcPts val="800"/>
              </a:spcAft>
            </a:pPr>
            <a:endParaRPr lang="it-IT" sz="2200" b="0" dirty="0">
              <a:solidFill>
                <a:srgbClr val="5B6B70"/>
              </a:solidFill>
              <a:latin typeface="Calibri"/>
            </a:endParaRPr>
          </a:p>
          <a:p>
            <a:pPr algn="l">
              <a:lnSpc>
                <a:spcPct val="105000"/>
              </a:lnSpc>
              <a:spcBef>
                <a:spcPts val="0"/>
              </a:spcBef>
              <a:spcAft>
                <a:spcPts val="800"/>
              </a:spcAft>
            </a:pPr>
            <a:endParaRPr lang="it-IT" sz="2200" b="0" dirty="0">
              <a:solidFill>
                <a:srgbClr val="5B6B70"/>
              </a:solidFill>
              <a:latin typeface="Calibri"/>
            </a:endParaRPr>
          </a:p>
          <a:p>
            <a:pPr algn="l">
              <a:lnSpc>
                <a:spcPct val="105000"/>
              </a:lnSpc>
              <a:spcBef>
                <a:spcPts val="0"/>
              </a:spcBef>
              <a:spcAft>
                <a:spcPts val="800"/>
              </a:spcAft>
            </a:pPr>
            <a:endParaRPr lang="it-IT" sz="2200" b="0" dirty="0">
              <a:solidFill>
                <a:srgbClr val="5B6B70"/>
              </a:solidFill>
              <a:latin typeface="Calibri"/>
            </a:endParaRPr>
          </a:p>
          <a:p>
            <a:pPr algn="l">
              <a:lnSpc>
                <a:spcPct val="105000"/>
              </a:lnSpc>
              <a:spcBef>
                <a:spcPts val="0"/>
              </a:spcBef>
              <a:spcAft>
                <a:spcPts val="800"/>
              </a:spcAft>
            </a:pPr>
            <a:r>
              <a:rPr lang="it-IT" sz="2200" b="0" dirty="0">
                <a:solidFill>
                  <a:srgbClr val="5B6B70"/>
                </a:solidFill>
                <a:latin typeface="Calibri"/>
              </a:rPr>
              <a:t>Felice Petrignano</a:t>
            </a:r>
          </a:p>
          <a:p>
            <a:pPr algn="l">
              <a:lnSpc>
                <a:spcPct val="105000"/>
              </a:lnSpc>
              <a:spcBef>
                <a:spcPts val="0"/>
              </a:spcBef>
              <a:spcAft>
                <a:spcPts val="800"/>
              </a:spcAft>
            </a:pPr>
            <a:r>
              <a:rPr lang="it-IT" sz="2200" b="0" dirty="0">
                <a:solidFill>
                  <a:srgbClr val="5B6B70"/>
                </a:solidFill>
                <a:latin typeface="Calibri"/>
              </a:rPr>
              <a:t>SME </a:t>
            </a:r>
            <a:r>
              <a:rPr lang="it-IT" sz="2200" b="0" dirty="0" err="1">
                <a:solidFill>
                  <a:srgbClr val="5B6B70"/>
                </a:solidFill>
                <a:latin typeface="Calibri"/>
              </a:rPr>
              <a:t>Envizi</a:t>
            </a:r>
            <a:r>
              <a:rPr lang="it-IT" sz="2200" b="0" dirty="0">
                <a:solidFill>
                  <a:srgbClr val="5B6B70"/>
                </a:solidFill>
                <a:latin typeface="Calibri"/>
              </a:rPr>
              <a:t> IBM Italia</a:t>
            </a:r>
          </a:p>
        </p:txBody>
      </p:sp>
      <p:sp>
        <p:nvSpPr>
          <p:cNvPr id="25"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26" name="Rettangolo 2">
            <a:extLst>
              <a:ext uri="{FF2B5EF4-FFF2-40B4-BE49-F238E27FC236}">
                <a16:creationId xmlns:a16="http://schemas.microsoft.com/office/drawing/2014/main" id="{B80EF3E5-EEB9-BD34-726E-465740FD31FE}"/>
              </a:ext>
            </a:extLst>
          </p:cNvPr>
          <p:cNvSpPr/>
          <p:nvPr/>
        </p:nvSpPr>
        <p:spPr>
          <a:xfrm>
            <a:off x="9035359" y="172244"/>
            <a:ext cx="3029561" cy="267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IBM </a:t>
            </a:r>
            <a:r>
              <a:rPr lang="it-IT" err="1"/>
              <a:t>Envizi</a:t>
            </a:r>
            <a:endParaRPr lang="it-IT"/>
          </a:p>
        </p:txBody>
      </p:sp>
    </p:spTree>
    <p:extLst>
      <p:ext uri="{BB962C8B-B14F-4D97-AF65-F5344CB8AC3E}">
        <p14:creationId xmlns:p14="http://schemas.microsoft.com/office/powerpoint/2010/main" val="2082824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a verde titolo">
            <a:extLst>
              <a:ext uri="{FF2B5EF4-FFF2-40B4-BE49-F238E27FC236}">
                <a16:creationId xmlns:a16="http://schemas.microsoft.com/office/drawing/2014/main" id="{984BE38F-104E-E48E-705E-AF7EE4DA3D24}"/>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3" name="Titolo metodologia"/>
          <p:cNvSpPr txBox="1"/>
          <p:nvPr/>
        </p:nvSpPr>
        <p:spPr>
          <a:xfrm>
            <a:off x="640080" y="457200"/>
            <a:ext cx="10908792" cy="448056"/>
          </a:xfrm>
          <a:prstGeom prst="rect">
            <a:avLst/>
          </a:prstGeom>
          <a:noFill/>
        </p:spPr>
        <p:txBody>
          <a:bodyPr wrap="square" lIns="18288" tIns="13716" rIns="18288" bIns="13716" anchor="ctr">
            <a:spAutoFit/>
          </a:bodyPr>
          <a:lstStyle/>
          <a:p>
            <a:pPr algn="l">
              <a:spcBef>
                <a:spcPts val="0"/>
              </a:spcBef>
              <a:spcAft>
                <a:spcPts val="0"/>
              </a:spcAft>
            </a:pPr>
            <a:r>
              <a:rPr sz="2400" b="1" dirty="0" err="1">
                <a:solidFill>
                  <a:srgbClr val="073E31"/>
                </a:solidFill>
                <a:latin typeface="Calibri"/>
              </a:rPr>
              <a:t>Metodologia</a:t>
            </a:r>
            <a:r>
              <a:rPr sz="2400" b="1" dirty="0">
                <a:solidFill>
                  <a:srgbClr val="073E31"/>
                </a:solidFill>
                <a:latin typeface="Calibri"/>
              </a:rPr>
              <a:t> di </a:t>
            </a:r>
            <a:r>
              <a:rPr sz="2400" b="1" dirty="0" err="1">
                <a:solidFill>
                  <a:srgbClr val="073E31"/>
                </a:solidFill>
                <a:latin typeface="Calibri"/>
              </a:rPr>
              <a:t>progetto</a:t>
            </a:r>
            <a:r>
              <a:rPr sz="2400" b="1" dirty="0">
                <a:solidFill>
                  <a:srgbClr val="073E31"/>
                </a:solidFill>
                <a:latin typeface="Calibri"/>
              </a:rPr>
              <a:t> IBM </a:t>
            </a:r>
            <a:r>
              <a:rPr sz="2400" b="1" dirty="0" err="1">
                <a:solidFill>
                  <a:srgbClr val="073E31"/>
                </a:solidFill>
                <a:latin typeface="Calibri"/>
              </a:rPr>
              <a:t>Envizi</a:t>
            </a:r>
            <a:endParaRPr sz="2400" b="1" dirty="0">
              <a:solidFill>
                <a:srgbClr val="073E31"/>
              </a:solidFill>
              <a:latin typeface="Calibri"/>
            </a:endParaRPr>
          </a:p>
        </p:txBody>
      </p:sp>
      <p:sp>
        <p:nvSpPr>
          <p:cNvPr id="20" name="Slide Number Placeholder 3">
            <a:extLst>
              <a:ext uri="{FF2B5EF4-FFF2-40B4-BE49-F238E27FC236}">
                <a16:creationId xmlns:a16="http://schemas.microsoft.com/office/drawing/2014/main" id="{1698F0FE-DFD0-5BC5-481B-3E3693151760}"/>
              </a:ext>
            </a:extLst>
          </p:cNvPr>
          <p:cNvSpPr txBox="1">
            <a:spLocks/>
          </p:cNvSpPr>
          <p:nvPr/>
        </p:nvSpPr>
        <p:spPr>
          <a:xfrm>
            <a:off x="11782872" y="6468976"/>
            <a:ext cx="121828" cy="123111"/>
          </a:xfr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914507">
              <a:defRPr/>
            </a:pPr>
            <a:fld id="{59395FB3-9C97-154F-86B2-7E381B951268}" type="slidenum">
              <a:rPr lang="en-US" sz="800" smtClean="0">
                <a:solidFill>
                  <a:srgbClr val="000000"/>
                </a:solidFill>
                <a:latin typeface="IBM Plex Sans" panose="020B0503050203000203" pitchFamily="34" charset="0"/>
                <a:sym typeface="IBM Plex Sans"/>
              </a:rPr>
              <a:pPr algn="r" defTabSz="914507">
                <a:defRPr/>
              </a:pPr>
              <a:t>2</a:t>
            </a:fld>
            <a:endParaRPr lang="en-US" sz="800" dirty="0">
              <a:solidFill>
                <a:srgbClr val="000000"/>
              </a:solidFill>
              <a:latin typeface="IBM Plex Sans" panose="020B0503050203000203" pitchFamily="34" charset="0"/>
              <a:sym typeface="IBM Plex Sans"/>
            </a:endParaRPr>
          </a:p>
        </p:txBody>
      </p:sp>
      <p:pic>
        <p:nvPicPr>
          <p:cNvPr id="21" name="Picture 6" descr="A picture containing diagram&#10;&#10;Description automatically generated">
            <a:extLst>
              <a:ext uri="{FF2B5EF4-FFF2-40B4-BE49-F238E27FC236}">
                <a16:creationId xmlns:a16="http://schemas.microsoft.com/office/drawing/2014/main" id="{3DEC3D3E-1BAC-0AA4-0D5D-0B12FCFA82DD}"/>
              </a:ext>
            </a:extLst>
          </p:cNvPr>
          <p:cNvPicPr>
            <a:picLocks noChangeAspect="1"/>
          </p:cNvPicPr>
          <p:nvPr/>
        </p:nvPicPr>
        <p:blipFill>
          <a:blip r:embed="rId3"/>
          <a:stretch>
            <a:fillRect/>
          </a:stretch>
        </p:blipFill>
        <p:spPr>
          <a:xfrm>
            <a:off x="7245488" y="447"/>
            <a:ext cx="4945719" cy="6857107"/>
          </a:xfrm>
          <a:prstGeom prst="rect">
            <a:avLst/>
          </a:prstGeom>
        </p:spPr>
      </p:pic>
      <p:pic>
        <p:nvPicPr>
          <p:cNvPr id="22" name="Picture 7" descr="Graphical user interface, application, table&#10;&#10;Description automatically generated">
            <a:extLst>
              <a:ext uri="{FF2B5EF4-FFF2-40B4-BE49-F238E27FC236}">
                <a16:creationId xmlns:a16="http://schemas.microsoft.com/office/drawing/2014/main" id="{AD537653-25F8-D9C5-3E8A-076BD5DFB89A}"/>
              </a:ext>
            </a:extLst>
          </p:cNvPr>
          <p:cNvPicPr>
            <a:picLocks noChangeAspect="1"/>
          </p:cNvPicPr>
          <p:nvPr/>
        </p:nvPicPr>
        <p:blipFill>
          <a:blip r:embed="rId4"/>
          <a:stretch>
            <a:fillRect/>
          </a:stretch>
        </p:blipFill>
        <p:spPr>
          <a:xfrm>
            <a:off x="78871" y="1754734"/>
            <a:ext cx="7228777" cy="3348532"/>
          </a:xfrm>
          <a:prstGeom prst="rect">
            <a:avLst/>
          </a:prstGeom>
        </p:spPr>
      </p:pic>
      <p:sp>
        <p:nvSpPr>
          <p:cNvPr id="23" name="TextBox 8">
            <a:extLst>
              <a:ext uri="{FF2B5EF4-FFF2-40B4-BE49-F238E27FC236}">
                <a16:creationId xmlns:a16="http://schemas.microsoft.com/office/drawing/2014/main" id="{983AB5FC-197A-C7D5-3435-19B5A725D0AC}"/>
              </a:ext>
            </a:extLst>
          </p:cNvPr>
          <p:cNvSpPr txBox="1"/>
          <p:nvPr/>
        </p:nvSpPr>
        <p:spPr>
          <a:xfrm>
            <a:off x="141030" y="4776797"/>
            <a:ext cx="6716970" cy="1231106"/>
          </a:xfrm>
          <a:prstGeom prst="rect">
            <a:avLst/>
          </a:prstGeom>
          <a:noFill/>
        </p:spPr>
        <p:txBody>
          <a:bodyPr wrap="square">
            <a:spAutoFit/>
          </a:bodyPr>
          <a:lstStyle/>
          <a:p>
            <a:pPr marL="0" marR="0" lvl="0" indent="0" algn="l" defTabSz="914507" rtl="0" eaLnBrk="1" fontAlgn="auto" latinLnBrk="0" hangingPunct="1">
              <a:lnSpc>
                <a:spcPct val="100000"/>
              </a:lnSpc>
              <a:spcBef>
                <a:spcPts val="0"/>
              </a:spcBef>
              <a:spcAft>
                <a:spcPts val="0"/>
              </a:spcAft>
              <a:buClrTx/>
              <a:buSzTx/>
              <a:buFontTx/>
              <a:buNone/>
              <a:tabLst/>
              <a:defRPr/>
            </a:pPr>
            <a:br>
              <a:rPr kumimoji="0" lang="en-GB"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br>
            <a:endParaRPr kumimoji="0" lang="en-GB"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p>
            <a:pPr lvl="0" defTabSz="914507">
              <a:defRPr/>
            </a:pPr>
            <a:r>
              <a:rPr lang="en-GB" sz="1400" dirty="0">
                <a:solidFill>
                  <a:srgbClr val="000000"/>
                </a:solidFill>
                <a:latin typeface="+mj-lt"/>
              </a:rPr>
              <a:t>NOTA: </a:t>
            </a:r>
            <a:r>
              <a:rPr lang="en-GB" sz="1400" dirty="0" err="1">
                <a:solidFill>
                  <a:srgbClr val="000000"/>
                </a:solidFill>
                <a:latin typeface="+mj-lt"/>
              </a:rPr>
              <a:t>questo</a:t>
            </a:r>
            <a:r>
              <a:rPr lang="en-GB" sz="1400" dirty="0">
                <a:solidFill>
                  <a:srgbClr val="000000"/>
                </a:solidFill>
                <a:latin typeface="+mj-lt"/>
              </a:rPr>
              <a:t> Piano di Progetto </a:t>
            </a:r>
            <a:r>
              <a:rPr lang="en-GB" sz="1400" dirty="0" err="1">
                <a:solidFill>
                  <a:srgbClr val="000000"/>
                </a:solidFill>
                <a:latin typeface="+mj-lt"/>
              </a:rPr>
              <a:t>è</a:t>
            </a:r>
            <a:r>
              <a:rPr lang="en-GB" sz="1400" dirty="0">
                <a:solidFill>
                  <a:srgbClr val="000000"/>
                </a:solidFill>
                <a:latin typeface="+mj-lt"/>
              </a:rPr>
              <a:t> un </a:t>
            </a:r>
            <a:r>
              <a:rPr lang="en-GB" sz="1400" dirty="0" err="1">
                <a:solidFill>
                  <a:srgbClr val="000000"/>
                </a:solidFill>
                <a:latin typeface="+mj-lt"/>
              </a:rPr>
              <a:t>esempio</a:t>
            </a:r>
            <a:r>
              <a:rPr lang="en-GB" sz="1400" dirty="0">
                <a:solidFill>
                  <a:srgbClr val="000000"/>
                </a:solidFill>
                <a:latin typeface="+mj-lt"/>
              </a:rPr>
              <a:t>. I tempi </a:t>
            </a:r>
            <a:r>
              <a:rPr lang="en-GB" sz="1400" dirty="0" err="1">
                <a:solidFill>
                  <a:srgbClr val="000000"/>
                </a:solidFill>
                <a:latin typeface="+mj-lt"/>
              </a:rPr>
              <a:t>indicati</a:t>
            </a:r>
            <a:r>
              <a:rPr lang="en-GB" sz="1400" dirty="0">
                <a:solidFill>
                  <a:srgbClr val="000000"/>
                </a:solidFill>
                <a:latin typeface="+mj-lt"/>
              </a:rPr>
              <a:t> </a:t>
            </a:r>
            <a:r>
              <a:rPr lang="en-GB" sz="1400" dirty="0" err="1">
                <a:solidFill>
                  <a:srgbClr val="000000"/>
                </a:solidFill>
                <a:latin typeface="+mj-lt"/>
              </a:rPr>
              <a:t>si</a:t>
            </a:r>
            <a:r>
              <a:rPr lang="en-GB" sz="1400" dirty="0">
                <a:solidFill>
                  <a:srgbClr val="000000"/>
                </a:solidFill>
                <a:latin typeface="+mj-lt"/>
              </a:rPr>
              <a:t> </a:t>
            </a:r>
            <a:r>
              <a:rPr lang="en-GB" sz="1400" dirty="0" err="1">
                <a:solidFill>
                  <a:srgbClr val="000000"/>
                </a:solidFill>
                <a:latin typeface="+mj-lt"/>
              </a:rPr>
              <a:t>basano</a:t>
            </a:r>
            <a:r>
              <a:rPr lang="en-GB" sz="1400" dirty="0">
                <a:solidFill>
                  <a:srgbClr val="000000"/>
                </a:solidFill>
                <a:latin typeface="+mj-lt"/>
              </a:rPr>
              <a:t> </a:t>
            </a:r>
            <a:r>
              <a:rPr lang="en-GB" sz="1400" dirty="0" err="1">
                <a:solidFill>
                  <a:srgbClr val="000000"/>
                </a:solidFill>
                <a:latin typeface="+mj-lt"/>
              </a:rPr>
              <a:t>su</a:t>
            </a:r>
            <a:r>
              <a:rPr lang="en-GB" sz="1400" dirty="0">
                <a:solidFill>
                  <a:srgbClr val="000000"/>
                </a:solidFill>
                <a:latin typeface="+mj-lt"/>
              </a:rPr>
              <a:t> </a:t>
            </a:r>
            <a:r>
              <a:rPr lang="en-GB" sz="1400" dirty="0" err="1">
                <a:solidFill>
                  <a:srgbClr val="000000"/>
                </a:solidFill>
                <a:latin typeface="+mj-lt"/>
              </a:rPr>
              <a:t>una</a:t>
            </a:r>
            <a:r>
              <a:rPr lang="en-GB" sz="1400" dirty="0">
                <a:solidFill>
                  <a:srgbClr val="000000"/>
                </a:solidFill>
                <a:latin typeface="+mj-lt"/>
              </a:rPr>
              <a:t> </a:t>
            </a:r>
            <a:r>
              <a:rPr lang="en-GB" sz="1400" dirty="0" err="1">
                <a:solidFill>
                  <a:srgbClr val="000000"/>
                </a:solidFill>
                <a:latin typeface="+mj-lt"/>
              </a:rPr>
              <a:t>risposta</a:t>
            </a:r>
            <a:r>
              <a:rPr lang="en-GB" sz="1400" dirty="0">
                <a:solidFill>
                  <a:srgbClr val="000000"/>
                </a:solidFill>
                <a:latin typeface="+mj-lt"/>
              </a:rPr>
              <a:t> continua, </a:t>
            </a:r>
            <a:r>
              <a:rPr lang="en-GB" sz="1400" dirty="0" err="1">
                <a:solidFill>
                  <a:srgbClr val="000000"/>
                </a:solidFill>
                <a:latin typeface="+mj-lt"/>
              </a:rPr>
              <a:t>accurata</a:t>
            </a:r>
            <a:r>
              <a:rPr lang="en-GB" sz="1400" dirty="0">
                <a:solidFill>
                  <a:srgbClr val="000000"/>
                </a:solidFill>
                <a:latin typeface="+mj-lt"/>
              </a:rPr>
              <a:t> e </a:t>
            </a:r>
            <a:r>
              <a:rPr lang="en-GB" sz="1400" dirty="0" err="1">
                <a:solidFill>
                  <a:srgbClr val="000000"/>
                </a:solidFill>
                <a:latin typeface="+mj-lt"/>
              </a:rPr>
              <a:t>tempestiva</a:t>
            </a:r>
            <a:r>
              <a:rPr lang="en-GB" sz="1400" dirty="0">
                <a:solidFill>
                  <a:srgbClr val="000000"/>
                </a:solidFill>
                <a:latin typeface="+mj-lt"/>
              </a:rPr>
              <a:t> del </a:t>
            </a:r>
            <a:r>
              <a:rPr lang="en-GB" sz="1400" dirty="0" err="1">
                <a:solidFill>
                  <a:srgbClr val="000000"/>
                </a:solidFill>
                <a:latin typeface="+mj-lt"/>
              </a:rPr>
              <a:t>cliente</a:t>
            </a:r>
            <a:r>
              <a:rPr lang="en-GB" sz="1400" dirty="0">
                <a:solidFill>
                  <a:srgbClr val="000000"/>
                </a:solidFill>
                <a:latin typeface="+mj-lt"/>
              </a:rPr>
              <a:t> ai </a:t>
            </a:r>
            <a:r>
              <a:rPr lang="en-GB" sz="1400" dirty="0" err="1">
                <a:solidFill>
                  <a:srgbClr val="000000"/>
                </a:solidFill>
                <a:latin typeface="+mj-lt"/>
              </a:rPr>
              <a:t>requisiti</a:t>
            </a:r>
            <a:r>
              <a:rPr lang="en-GB" sz="1400" dirty="0">
                <a:solidFill>
                  <a:srgbClr val="000000"/>
                </a:solidFill>
                <a:latin typeface="+mj-lt"/>
              </a:rPr>
              <a:t> del </a:t>
            </a:r>
            <a:r>
              <a:rPr lang="en-GB" sz="1400" dirty="0" err="1">
                <a:solidFill>
                  <a:srgbClr val="000000"/>
                </a:solidFill>
                <a:latin typeface="+mj-lt"/>
              </a:rPr>
              <a:t>progetto</a:t>
            </a:r>
            <a:r>
              <a:rPr lang="en-GB" sz="1400" dirty="0">
                <a:solidFill>
                  <a:srgbClr val="000000"/>
                </a:solidFill>
                <a:latin typeface="+mj-lt"/>
              </a:rPr>
              <a:t>.  I tempi di </a:t>
            </a:r>
            <a:r>
              <a:rPr lang="en-GB" sz="1400" dirty="0" err="1">
                <a:solidFill>
                  <a:srgbClr val="000000"/>
                </a:solidFill>
                <a:latin typeface="+mj-lt"/>
              </a:rPr>
              <a:t>implementazione</a:t>
            </a:r>
            <a:r>
              <a:rPr lang="en-GB" sz="1400" dirty="0">
                <a:solidFill>
                  <a:srgbClr val="000000"/>
                </a:solidFill>
                <a:latin typeface="+mj-lt"/>
              </a:rPr>
              <a:t> </a:t>
            </a:r>
            <a:r>
              <a:rPr lang="en-GB" sz="1400" dirty="0" err="1">
                <a:solidFill>
                  <a:srgbClr val="000000"/>
                </a:solidFill>
                <a:latin typeface="+mj-lt"/>
              </a:rPr>
              <a:t>effettivi</a:t>
            </a:r>
            <a:r>
              <a:rPr lang="en-GB" sz="1400" dirty="0">
                <a:solidFill>
                  <a:srgbClr val="000000"/>
                </a:solidFill>
                <a:latin typeface="+mj-lt"/>
              </a:rPr>
              <a:t> </a:t>
            </a:r>
            <a:r>
              <a:rPr lang="en-GB" sz="1400" dirty="0" err="1">
                <a:solidFill>
                  <a:srgbClr val="000000"/>
                </a:solidFill>
                <a:latin typeface="+mj-lt"/>
              </a:rPr>
              <a:t>possono</a:t>
            </a:r>
            <a:r>
              <a:rPr lang="en-GB" sz="1400" dirty="0">
                <a:solidFill>
                  <a:srgbClr val="000000"/>
                </a:solidFill>
                <a:latin typeface="+mj-lt"/>
              </a:rPr>
              <a:t> </a:t>
            </a:r>
            <a:r>
              <a:rPr lang="en-GB" sz="1400" dirty="0" err="1">
                <a:solidFill>
                  <a:srgbClr val="000000"/>
                </a:solidFill>
                <a:latin typeface="+mj-lt"/>
              </a:rPr>
              <a:t>variare</a:t>
            </a:r>
            <a:r>
              <a:rPr lang="en-GB" sz="1400" dirty="0">
                <a:solidFill>
                  <a:srgbClr val="000000"/>
                </a:solidFill>
                <a:latin typeface="+mj-lt"/>
              </a:rPr>
              <a:t> rispetto al </a:t>
            </a:r>
            <a:r>
              <a:rPr lang="en-GB" sz="1400" dirty="0" err="1">
                <a:solidFill>
                  <a:srgbClr val="000000"/>
                </a:solidFill>
                <a:latin typeface="+mj-lt"/>
              </a:rPr>
              <a:t>programma</a:t>
            </a:r>
            <a:r>
              <a:rPr lang="en-GB" sz="1400" dirty="0">
                <a:solidFill>
                  <a:srgbClr val="000000"/>
                </a:solidFill>
                <a:latin typeface="+mj-lt"/>
              </a:rPr>
              <a:t> </a:t>
            </a:r>
            <a:r>
              <a:rPr lang="en-GB" sz="1400" dirty="0" err="1">
                <a:solidFill>
                  <a:srgbClr val="000000"/>
                </a:solidFill>
                <a:latin typeface="+mj-lt"/>
              </a:rPr>
              <a:t>indicato</a:t>
            </a:r>
            <a:r>
              <a:rPr lang="en-GB" sz="1400" dirty="0">
                <a:solidFill>
                  <a:srgbClr val="000000"/>
                </a:solidFill>
                <a:latin typeface="+mj-lt"/>
              </a:rPr>
              <a:t>, a </a:t>
            </a:r>
            <a:r>
              <a:rPr lang="en-GB" sz="1400" dirty="0" err="1">
                <a:solidFill>
                  <a:srgbClr val="000000"/>
                </a:solidFill>
                <a:latin typeface="+mj-lt"/>
              </a:rPr>
              <a:t>seconda</a:t>
            </a:r>
            <a:r>
              <a:rPr lang="en-GB" sz="1400" dirty="0">
                <a:solidFill>
                  <a:srgbClr val="000000"/>
                </a:solidFill>
                <a:latin typeface="+mj-lt"/>
              </a:rPr>
              <a:t> di </a:t>
            </a:r>
            <a:r>
              <a:rPr lang="en-GB" sz="1400" dirty="0" err="1">
                <a:solidFill>
                  <a:srgbClr val="000000"/>
                </a:solidFill>
                <a:latin typeface="+mj-lt"/>
              </a:rPr>
              <a:t>ritardi</a:t>
            </a:r>
            <a:r>
              <a:rPr lang="en-GB" sz="1400" dirty="0">
                <a:solidFill>
                  <a:srgbClr val="000000"/>
                </a:solidFill>
                <a:latin typeface="+mj-lt"/>
              </a:rPr>
              <a:t> o </a:t>
            </a:r>
            <a:r>
              <a:rPr lang="en-GB" sz="1400" dirty="0" err="1">
                <a:solidFill>
                  <a:srgbClr val="000000"/>
                </a:solidFill>
                <a:latin typeface="+mj-lt"/>
              </a:rPr>
              <a:t>modifiche</a:t>
            </a:r>
            <a:r>
              <a:rPr lang="en-GB" sz="1400" dirty="0">
                <a:solidFill>
                  <a:srgbClr val="000000"/>
                </a:solidFill>
                <a:latin typeface="+mj-lt"/>
              </a:rPr>
              <a:t> </a:t>
            </a:r>
            <a:r>
              <a:rPr lang="en-GB" sz="1400" dirty="0" err="1">
                <a:solidFill>
                  <a:srgbClr val="000000"/>
                </a:solidFill>
                <a:latin typeface="+mj-lt"/>
              </a:rPr>
              <a:t>all'ambito</a:t>
            </a:r>
            <a:r>
              <a:rPr lang="en-GB" sz="1400" dirty="0">
                <a:solidFill>
                  <a:srgbClr val="000000"/>
                </a:solidFill>
                <a:latin typeface="+mj-lt"/>
              </a:rPr>
              <a:t>.</a:t>
            </a:r>
            <a:endParaRPr kumimoji="0" lang="en-GB" sz="1400" b="0" i="0" u="none" strike="noStrike" kern="1200" cap="none" spc="0" normalizeH="0" baseline="0" noProof="0" dirty="0">
              <a:ln>
                <a:noFill/>
              </a:ln>
              <a:solidFill>
                <a:srgbClr val="000000"/>
              </a:solidFill>
              <a:effectLst/>
              <a:uLnTx/>
              <a:uFillTx/>
              <a:latin typeface="+mj-lt"/>
              <a:ea typeface="+mn-ea"/>
              <a:cs typeface="+mn-cs"/>
            </a:endParaRPr>
          </a:p>
        </p:txBody>
      </p:sp>
      <p:sp>
        <p:nvSpPr>
          <p:cNvPr id="24" name="TextBox 9">
            <a:extLst>
              <a:ext uri="{FF2B5EF4-FFF2-40B4-BE49-F238E27FC236}">
                <a16:creationId xmlns:a16="http://schemas.microsoft.com/office/drawing/2014/main" id="{8AC730B1-3EBC-26C4-24EF-8E17AA16F624}"/>
              </a:ext>
            </a:extLst>
          </p:cNvPr>
          <p:cNvSpPr txBox="1"/>
          <p:nvPr/>
        </p:nvSpPr>
        <p:spPr>
          <a:xfrm>
            <a:off x="203190" y="1071948"/>
            <a:ext cx="7104458" cy="1200329"/>
          </a:xfrm>
          <a:prstGeom prst="rect">
            <a:avLst/>
          </a:prstGeom>
          <a:noFill/>
        </p:spPr>
        <p:txBody>
          <a:bodyPr wrap="square" rtlCol="0">
            <a:spAutoFit/>
          </a:bodyPr>
          <a:lstStyle/>
          <a:p>
            <a:pPr marL="0" marR="0" lvl="0" indent="0" algn="l" defTabSz="914507" rtl="0" eaLnBrk="1" fontAlgn="auto" latinLnBrk="0" hangingPunct="1">
              <a:lnSpc>
                <a:spcPct val="100000"/>
              </a:lnSpc>
              <a:spcBef>
                <a:spcPts val="0"/>
              </a:spcBef>
              <a:spcAft>
                <a:spcPts val="0"/>
              </a:spcAft>
              <a:buClrTx/>
              <a:buSzTx/>
              <a:buFontTx/>
              <a:buNone/>
              <a:tabLst/>
              <a:defRPr/>
            </a:pPr>
            <a:r>
              <a:rPr kumimoji="0" lang="en-GB" b="0" i="0" u="none" strike="noStrike" kern="1200" cap="none" spc="0" normalizeH="0" baseline="0" noProof="0">
                <a:ln>
                  <a:noFill/>
                </a:ln>
                <a:solidFill>
                  <a:srgbClr val="000000"/>
                </a:solidFill>
                <a:effectLst/>
                <a:uLnTx/>
                <a:uFillTx/>
                <a:latin typeface="IBM Plex Sans" charset="0"/>
                <a:ea typeface="IBM Plex Sans" charset="0"/>
                <a:cs typeface="IBM Plex Sans" charset="0"/>
              </a:rPr>
              <a:t>5–6 mesi indicativi</a:t>
            </a:r>
            <a:r>
              <a:rPr kumimoji="0" lang="en-GB"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t>, </a:t>
            </a:r>
            <a:r>
              <a:rPr kumimoji="0" lang="en-GB" b="0" i="0" u="none" strike="noStrike" kern="1200" cap="none" spc="0" normalizeH="0" baseline="0" noProof="0">
                <a:ln>
                  <a:noFill/>
                </a:ln>
                <a:solidFill>
                  <a:srgbClr val="000000"/>
                </a:solidFill>
                <a:effectLst/>
                <a:uLnTx/>
                <a:uFillTx/>
                <a:latin typeface="IBM Plex Sans" charset="0"/>
                <a:ea typeface="IBM Plex Sans" charset="0"/>
                <a:cs typeface="IBM Plex Sans" charset="0"/>
              </a:rPr>
              <a:t>2 </a:t>
            </a:r>
            <a:r>
              <a:rPr kumimoji="0" lang="en-GB" b="0" i="0" u="none" strike="noStrike" kern="1200" cap="none" spc="0" normalizeH="0" baseline="0" noProof="0" err="1">
                <a:ln>
                  <a:noFill/>
                </a:ln>
                <a:solidFill>
                  <a:srgbClr val="000000"/>
                </a:solidFill>
                <a:effectLst/>
                <a:uLnTx/>
                <a:uFillTx/>
                <a:latin typeface="IBM Plex Sans" charset="0"/>
                <a:ea typeface="IBM Plex Sans" charset="0"/>
                <a:cs typeface="IBM Plex Sans" charset="0"/>
              </a:rPr>
              <a:t>consulenti</a:t>
            </a:r>
            <a:r>
              <a:rPr kumimoji="0" lang="en-GB"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t> IBM </a:t>
            </a:r>
          </a:p>
          <a:p>
            <a:pPr marL="0" marR="0" lvl="0" indent="0" algn="l" defTabSz="914507" rtl="0" eaLnBrk="1" fontAlgn="auto" latinLnBrk="0" hangingPunct="1">
              <a:lnSpc>
                <a:spcPct val="100000"/>
              </a:lnSpc>
              <a:spcBef>
                <a:spcPts val="0"/>
              </a:spcBef>
              <a:spcAft>
                <a:spcPts val="0"/>
              </a:spcAft>
              <a:buClrTx/>
              <a:buSzTx/>
              <a:buFontTx/>
              <a:buNone/>
              <a:tabLst/>
              <a:defRPr/>
            </a:pPr>
            <a:r>
              <a:rPr kumimoji="0" lang="en-GB"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t>85% SME + 15% </a:t>
            </a:r>
            <a:r>
              <a:rPr kumimoji="0" lang="en-GB" b="0" i="0" u="none" strike="noStrike" kern="1200" cap="none" spc="0" normalizeH="0" baseline="0" noProof="0" dirty="0" err="1">
                <a:ln>
                  <a:noFill/>
                </a:ln>
                <a:solidFill>
                  <a:srgbClr val="000000"/>
                </a:solidFill>
                <a:effectLst/>
                <a:uLnTx/>
                <a:uFillTx/>
                <a:latin typeface="IBM Plex Sans" charset="0"/>
                <a:ea typeface="IBM Plex Sans" charset="0"/>
                <a:cs typeface="IBM Plex Sans" charset="0"/>
              </a:rPr>
              <a:t>Proj</a:t>
            </a:r>
            <a:r>
              <a:rPr kumimoji="0" lang="en-GB"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t>. Man.</a:t>
            </a:r>
          </a:p>
          <a:p>
            <a:pPr marL="0" marR="0" lvl="0" indent="0" algn="l" defTabSz="914507" rtl="0" eaLnBrk="1" fontAlgn="auto" latinLnBrk="0" hangingPunct="1">
              <a:lnSpc>
                <a:spcPct val="100000"/>
              </a:lnSpc>
              <a:spcBef>
                <a:spcPts val="0"/>
              </a:spcBef>
              <a:spcAft>
                <a:spcPts val="0"/>
              </a:spcAft>
              <a:buClrTx/>
              <a:buSzTx/>
              <a:buFontTx/>
              <a:buNone/>
              <a:tabLst/>
              <a:defRPr/>
            </a:pPr>
            <a:br>
              <a:rPr kumimoji="0" lang="en-GB"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rPr>
            </a:br>
            <a:endParaRPr kumimoji="0" lang="en-GB" b="0" i="0" u="none" strike="noStrike" kern="1200" cap="none" spc="0" normalizeH="0" baseline="0" noProof="0" dirty="0">
              <a:ln>
                <a:noFill/>
              </a:ln>
              <a:solidFill>
                <a:srgbClr val="000000"/>
              </a:solidFill>
              <a:effectLst/>
              <a:uLnTx/>
              <a:uFillTx/>
              <a:latin typeface="IBM Plex Sans" charset="0"/>
              <a:ea typeface="IBM Plex Sans" charset="0"/>
              <a:cs typeface="IBM Plex Sans" charset="0"/>
            </a:endParaRPr>
          </a:p>
        </p:txBody>
      </p:sp>
      <p:sp>
        <p:nvSpPr>
          <p:cNvPr id="25" name="Footer Placeholder">
            <a:extLst>
              <a:ext uri="{FF2B5EF4-FFF2-40B4-BE49-F238E27FC236}">
                <a16:creationId xmlns:a16="http://schemas.microsoft.com/office/drawing/2014/main" id="{FFCEEE4D-16F5-80D6-6B6B-627FC3E6B392}"/>
              </a:ext>
            </a:extLst>
          </p:cNvPr>
          <p:cNvSpPr txBox="1"/>
          <p:nvPr/>
        </p:nvSpPr>
        <p:spPr>
          <a:xfrm>
            <a:off x="304889" y="6539270"/>
            <a:ext cx="5486313" cy="1231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defTabSz="685991">
              <a:defRPr sz="600">
                <a:solidFill>
                  <a:srgbClr val="000000"/>
                </a:solidFill>
                <a:latin typeface="+mn-lt"/>
                <a:ea typeface="+mn-ea"/>
                <a:cs typeface="+mn-cs"/>
                <a:sym typeface="IBM Plex Sans"/>
              </a:defRPr>
            </a:lvl1pPr>
          </a:lstStyle>
          <a:p>
            <a:pPr marL="0" marR="0" lvl="0" indent="0" algn="l" defTabSz="685991"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000000"/>
                </a:solidFill>
                <a:effectLst/>
                <a:uLnTx/>
                <a:uFillTx/>
                <a:latin typeface="IBM Plex Sans Light"/>
                <a:ea typeface="+mn-ea"/>
                <a:cs typeface="IBM Plex Sans Light"/>
                <a:sym typeface="IBM Plex Sans"/>
              </a:rPr>
              <a:t>IBM </a:t>
            </a:r>
            <a:r>
              <a:rPr kumimoji="0" lang="en-GB" sz="800" b="0" i="0" u="none" strike="noStrike" kern="1200" cap="none" spc="0" normalizeH="0" baseline="0" noProof="0">
                <a:ln>
                  <a:noFill/>
                </a:ln>
                <a:solidFill>
                  <a:srgbClr val="000000"/>
                </a:solidFill>
                <a:effectLst/>
                <a:uLnTx/>
                <a:uFillTx/>
                <a:latin typeface="IBM Plex Sans Light"/>
                <a:ea typeface="+mn-ea"/>
                <a:cs typeface="IBM Plex Sans Light"/>
                <a:sym typeface="IBM Plex Sans"/>
              </a:rPr>
              <a:t>Automation </a:t>
            </a:r>
            <a:r>
              <a:rPr kumimoji="0" sz="800" b="0" i="0" u="none" strike="noStrike" kern="1200" cap="none" spc="0" normalizeH="0" baseline="0" noProof="0">
                <a:ln>
                  <a:noFill/>
                </a:ln>
                <a:solidFill>
                  <a:srgbClr val="000000"/>
                </a:solidFill>
                <a:effectLst/>
                <a:uLnTx/>
                <a:uFillTx/>
                <a:latin typeface="IBM Plex Sans Light"/>
                <a:ea typeface="+mn-ea"/>
                <a:cs typeface="IBM Plex Sans Light"/>
                <a:sym typeface="IBM Plex Sans"/>
              </a:rPr>
              <a:t>/ © 202</a:t>
            </a:r>
            <a:r>
              <a:rPr kumimoji="0" lang="en-GB" sz="800" b="0" i="0" u="none" strike="noStrike" kern="1200" cap="none" spc="0" normalizeH="0" baseline="0" noProof="0">
                <a:ln>
                  <a:noFill/>
                </a:ln>
                <a:solidFill>
                  <a:srgbClr val="000000"/>
                </a:solidFill>
                <a:effectLst/>
                <a:uLnTx/>
                <a:uFillTx/>
                <a:latin typeface="IBM Plex Sans Light"/>
                <a:ea typeface="+mn-ea"/>
                <a:cs typeface="IBM Plex Sans Light"/>
                <a:sym typeface="IBM Plex Sans"/>
              </a:rPr>
              <a:t>5</a:t>
            </a:r>
            <a:r>
              <a:rPr kumimoji="0" sz="800" b="0" i="0" u="none" strike="noStrike" kern="1200" cap="none" spc="0" normalizeH="0" baseline="0" noProof="0">
                <a:ln>
                  <a:noFill/>
                </a:ln>
                <a:solidFill>
                  <a:srgbClr val="000000"/>
                </a:solidFill>
                <a:effectLst/>
                <a:uLnTx/>
                <a:uFillTx/>
                <a:latin typeface="IBM Plex Sans Light"/>
                <a:ea typeface="+mn-ea"/>
                <a:cs typeface="IBM Plex Sans Light"/>
                <a:sym typeface="IBM Plex Sans"/>
              </a:rPr>
              <a:t> IBM Corporation</a:t>
            </a:r>
          </a:p>
        </p:txBody>
      </p:sp>
    </p:spTree>
    <p:extLst>
      <p:ext uri="{BB962C8B-B14F-4D97-AF65-F5344CB8AC3E}">
        <p14:creationId xmlns:p14="http://schemas.microsoft.com/office/powerpoint/2010/main" val="2240296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039BBAAB-5D62-DA97-A61C-97BAFDD7F690}"/>
              </a:ext>
            </a:extLst>
          </p:cNvPr>
          <p:cNvSpPr txBox="1"/>
          <p:nvPr/>
        </p:nvSpPr>
        <p:spPr>
          <a:xfrm>
            <a:off x="564462" y="794556"/>
            <a:ext cx="10453479" cy="5509200"/>
          </a:xfrm>
          <a:prstGeom prst="rect">
            <a:avLst/>
          </a:prstGeom>
          <a:noFill/>
        </p:spPr>
        <p:txBody>
          <a:bodyPr wrap="square">
            <a:spAutoFit/>
          </a:bodyPr>
          <a:lstStyle/>
          <a:p>
            <a:r>
              <a:rPr lang="it-IT" sz="1600" dirty="0">
                <a:solidFill>
                  <a:srgbClr val="000000"/>
                </a:solidFill>
                <a:latin typeface="+mj-lt"/>
              </a:rPr>
              <a:t>Durante l'implementazione, il team principale del progetto si impegnerà a partecipare per tutta la durata del processo. </a:t>
            </a:r>
          </a:p>
          <a:p>
            <a:endParaRPr lang="it-IT" sz="1600" dirty="0">
              <a:solidFill>
                <a:srgbClr val="000000"/>
              </a:solidFill>
              <a:latin typeface="+mj-lt"/>
            </a:endParaRPr>
          </a:p>
          <a:p>
            <a:r>
              <a:rPr lang="it-IT" sz="1600" dirty="0">
                <a:solidFill>
                  <a:srgbClr val="000000"/>
                </a:solidFill>
                <a:latin typeface="+mj-lt"/>
              </a:rPr>
              <a:t>Anche gli stakeholder aziendali nominati che rappresentano i requisiti aziendali saranno tenuti a partecipare ai workshop pertinenti. A seconda della distribuzione delle responsabilità, questo può variare da 5 a 10 persone. Il team di progetto principale del cliente sarà la risorsa principale del progetto. Questo team potrebbe dover interagire con altre risorse interne e/o fornitori al fine di completare compiti specifici durante l'implementazione, ad esempio organizzare la fornitura di file di dati elettronici.
All'inizio del progetto, un Project Manager e un Consulente per l'Implementazione dedicati sono stati assegnati per guidare l'implementazione. Il consulente guida  è il principale punto di contatto durante il progetto ed è responsabile della consegna complessiva del progetto. Ulteriori consulenti ed esperti di settore di Envizi saranno resi disponibili e coinvolti secondo necessità durante le fasi specifiche del progetto, ad esempio durante la configurazione del sistema, in linea con la nostra metodologia di implementazione proprietaria.
Raccomandiamo che il team di progetto principale del cliente sia composto da 2 o 3 persone: un project manager, più uno o due amministratori di sistema nominati. Il project manager è responsabile della gestione delle risorse del cliente e della conduzione delle attività di progetto, mentre gli amministratori di sistema sono i proprietari nominati della piattaforma e saranno i contatti chiave per gli utenti generici, oltre ad essere le risorse che gestiranno la piattaforma su base continuativa.
</a:t>
            </a:r>
            <a:endParaRPr lang="it-IT" sz="1600" b="0" i="0" dirty="0">
              <a:solidFill>
                <a:srgbClr val="000000"/>
              </a:solidFill>
              <a:effectLst/>
              <a:latin typeface="+mj-lt"/>
            </a:endParaRPr>
          </a:p>
        </p:txBody>
      </p:sp>
      <p:sp>
        <p:nvSpPr>
          <p:cNvPr id="3" name="Title 1">
            <a:extLst>
              <a:ext uri="{FF2B5EF4-FFF2-40B4-BE49-F238E27FC236}">
                <a16:creationId xmlns:a16="http://schemas.microsoft.com/office/drawing/2014/main" id="{0E884609-1028-00F3-4AAB-9D701C1E1561}"/>
              </a:ext>
            </a:extLst>
          </p:cNvPr>
          <p:cNvSpPr txBox="1">
            <a:spLocks/>
          </p:cNvSpPr>
          <p:nvPr/>
        </p:nvSpPr>
        <p:spPr>
          <a:xfrm>
            <a:off x="564462" y="234950"/>
            <a:ext cx="6599025" cy="559606"/>
          </a:xfrm>
        </p:spPr>
        <p:txBody>
          <a:bodyPr/>
          <a:lstStyle>
            <a:lvl1pPr algn="l">
              <a:lnSpc>
                <a:spcPct val="90000"/>
              </a:lnSpc>
              <a:spcBef>
                <a:spcPts val="0"/>
              </a:spcBef>
              <a:buNone/>
              <a:defRPr sz="4400">
                <a:solidFill>
                  <a:schemeClr val="tx1"/>
                </a:solidFill>
                <a:latin typeface="+mj-lt"/>
                <a:ea typeface="+mj-lt"/>
                <a:cs typeface="+mj-lt"/>
              </a:defRPr>
            </a:lvl1pPr>
          </a:lstStyle>
          <a:p>
            <a:r>
              <a:rPr lang="en-GB" sz="2000" b="1" kern="1200">
                <a:solidFill>
                  <a:srgbClr val="000000"/>
                </a:solidFill>
                <a:latin typeface="IBM Plex Sans" panose="020B0503050203000203" pitchFamily="34" charset="0"/>
                <a:ea typeface="+mn-ea"/>
                <a:cs typeface="+mn-cs"/>
              </a:rPr>
              <a:t>Risorse per il Progetto Envizi</a:t>
            </a:r>
            <a:endParaRPr lang="en-GB" sz="2000" b="1" kern="1200" dirty="0">
              <a:solidFill>
                <a:srgbClr val="000000"/>
              </a:solidFill>
              <a:latin typeface="IBM Plex Sans" panose="020B0503050203000203" pitchFamily="34" charset="0"/>
              <a:ea typeface="+mn-ea"/>
              <a:cs typeface="+mn-cs"/>
            </a:endParaRPr>
          </a:p>
        </p:txBody>
      </p:sp>
    </p:spTree>
    <p:extLst>
      <p:ext uri="{BB962C8B-B14F-4D97-AF65-F5344CB8AC3E}">
        <p14:creationId xmlns:p14="http://schemas.microsoft.com/office/powerpoint/2010/main" val="2587335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40D154D1-8178-6D6A-7346-E33AEA764BBC}"/>
              </a:ext>
            </a:extLst>
          </p:cNvPr>
          <p:cNvSpPr txBox="1"/>
          <p:nvPr/>
        </p:nvSpPr>
        <p:spPr>
          <a:xfrm>
            <a:off x="474680" y="689064"/>
            <a:ext cx="5146730" cy="4493538"/>
          </a:xfrm>
          <a:prstGeom prst="rect">
            <a:avLst/>
          </a:prstGeom>
          <a:noFill/>
        </p:spPr>
        <p:txBody>
          <a:bodyPr wrap="square">
            <a:spAutoFit/>
          </a:bodyPr>
          <a:lstStyle/>
          <a:p>
            <a:r>
              <a:rPr lang="it-IT" sz="1400" dirty="0">
                <a:solidFill>
                  <a:srgbClr val="000000"/>
                </a:solidFill>
                <a:latin typeface="+mj-lt"/>
              </a:rPr>
              <a:t> 
</a:t>
            </a:r>
            <a:r>
              <a:rPr lang="it-IT" sz="1600" dirty="0">
                <a:solidFill>
                  <a:srgbClr val="000000"/>
                </a:solidFill>
                <a:latin typeface="+mj-lt"/>
              </a:rPr>
              <a:t>L'amministrazione continua del sistema viene eseguita dagli amministratori di sistema nominati dl cliente </a:t>
            </a:r>
            <a:br>
              <a:rPr lang="it-IT" sz="1600" dirty="0">
                <a:solidFill>
                  <a:srgbClr val="000000"/>
                </a:solidFill>
                <a:latin typeface="+mj-lt"/>
              </a:rPr>
            </a:br>
            <a:endParaRPr lang="it-IT" sz="1600" dirty="0">
              <a:solidFill>
                <a:srgbClr val="000000"/>
              </a:solidFill>
              <a:latin typeface="+mj-lt"/>
            </a:endParaRPr>
          </a:p>
          <a:p>
            <a:r>
              <a:rPr lang="it-IT" sz="1600" dirty="0">
                <a:solidFill>
                  <a:srgbClr val="000000"/>
                </a:solidFill>
                <a:latin typeface="+mj-lt"/>
              </a:rPr>
              <a:t>È responsabilità degli amministratori di sistema gestire e mantenere la configurazione della piattaforma per l'organizzazione: monitorare la qualità dei dati, elaborare gli aggiornamenti/modifiche della configurazione (ad esempio, aggiungere/chiudere account), ecc. </a:t>
            </a:r>
          </a:p>
          <a:p>
            <a:endParaRPr lang="it-IT" sz="1600" dirty="0">
              <a:solidFill>
                <a:srgbClr val="000000"/>
              </a:solidFill>
              <a:latin typeface="+mj-lt"/>
            </a:endParaRPr>
          </a:p>
          <a:p>
            <a:r>
              <a:rPr lang="it-IT" sz="1600" dirty="0">
                <a:solidFill>
                  <a:srgbClr val="000000"/>
                </a:solidFill>
                <a:latin typeface="+mj-lt"/>
              </a:rPr>
              <a:t>Nella nostra esperienza, questo viene spesso svolto come ruolo part-time, tuttavia raccomandiamo di nominare e formare più amministratori di sistema per scopi di ridondanza e flessibilità.</a:t>
            </a:r>
          </a:p>
          <a:p>
            <a:endParaRPr lang="it-IT" sz="1600" b="0" i="0" dirty="0">
              <a:solidFill>
                <a:srgbClr val="000000"/>
              </a:solidFill>
              <a:effectLst/>
              <a:latin typeface="+mj-lt"/>
            </a:endParaRPr>
          </a:p>
          <a:p>
            <a:r>
              <a:rPr lang="it-IT" sz="1600" dirty="0">
                <a:solidFill>
                  <a:srgbClr val="000000"/>
                </a:solidFill>
                <a:latin typeface="+mj-lt"/>
              </a:rPr>
              <a:t>I partner italiani IBM certificati Envizi  possono offrire assistenza agli Amministratori del cliente.</a:t>
            </a:r>
            <a:endParaRPr lang="it-IT" sz="1600" b="0" i="0" dirty="0">
              <a:solidFill>
                <a:srgbClr val="000000"/>
              </a:solidFill>
              <a:effectLst/>
              <a:latin typeface="+mj-lt"/>
            </a:endParaRPr>
          </a:p>
        </p:txBody>
      </p:sp>
      <p:sp>
        <p:nvSpPr>
          <p:cNvPr id="3" name="Title 1">
            <a:extLst>
              <a:ext uri="{FF2B5EF4-FFF2-40B4-BE49-F238E27FC236}">
                <a16:creationId xmlns:a16="http://schemas.microsoft.com/office/drawing/2014/main" id="{E3D9B1AB-819D-9EC1-3DD4-343259FF5FA0}"/>
              </a:ext>
            </a:extLst>
          </p:cNvPr>
          <p:cNvSpPr txBox="1">
            <a:spLocks/>
          </p:cNvSpPr>
          <p:nvPr/>
        </p:nvSpPr>
        <p:spPr>
          <a:xfrm>
            <a:off x="564462" y="234950"/>
            <a:ext cx="9573948" cy="559606"/>
          </a:xfrm>
        </p:spPr>
        <p:txBody>
          <a:bodyPr/>
          <a:lstStyle>
            <a:lvl1pPr algn="l">
              <a:lnSpc>
                <a:spcPct val="90000"/>
              </a:lnSpc>
              <a:spcBef>
                <a:spcPts val="0"/>
              </a:spcBef>
              <a:buNone/>
              <a:defRPr sz="4400">
                <a:solidFill>
                  <a:schemeClr val="tx1"/>
                </a:solidFill>
                <a:latin typeface="+mj-lt"/>
                <a:ea typeface="+mj-lt"/>
                <a:cs typeface="+mj-lt"/>
              </a:defRPr>
            </a:lvl1pPr>
          </a:lstStyle>
          <a:p>
            <a:r>
              <a:rPr lang="en-GB" sz="2000" b="1" kern="1200">
                <a:solidFill>
                  <a:srgbClr val="000000"/>
                </a:solidFill>
                <a:latin typeface="IBM Plex Sans" panose="020B0503050203000203" pitchFamily="34" charset="0"/>
                <a:ea typeface="+mn-ea"/>
                <a:cs typeface="+mn-cs"/>
              </a:rPr>
              <a:t>Risorse del Cliente dopo la messa in produzione di Envizi</a:t>
            </a:r>
            <a:endParaRPr lang="en-GB" sz="2000" b="1" kern="1200" dirty="0">
              <a:solidFill>
                <a:srgbClr val="000000"/>
              </a:solidFill>
              <a:latin typeface="IBM Plex Sans" panose="020B0503050203000203" pitchFamily="34" charset="0"/>
              <a:ea typeface="+mn-ea"/>
              <a:cs typeface="+mn-cs"/>
            </a:endParaRPr>
          </a:p>
        </p:txBody>
      </p:sp>
      <p:pic>
        <p:nvPicPr>
          <p:cNvPr id="4" name="Picture 23" descr="Admin">
            <a:extLst>
              <a:ext uri="{FF2B5EF4-FFF2-40B4-BE49-F238E27FC236}">
                <a16:creationId xmlns:a16="http://schemas.microsoft.com/office/drawing/2014/main" id="{9DADC233-1044-BE54-310C-05F55ED54C9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21410" y="883535"/>
            <a:ext cx="2019300" cy="20193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7" descr="training">
            <a:extLst>
              <a:ext uri="{FF2B5EF4-FFF2-40B4-BE49-F238E27FC236}">
                <a16:creationId xmlns:a16="http://schemas.microsoft.com/office/drawing/2014/main" id="{B197A514-A96B-4F07-7594-3707B12ABE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0607" y="3993265"/>
            <a:ext cx="1981200" cy="19812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3" descr="CHRO">
            <a:extLst>
              <a:ext uri="{FF2B5EF4-FFF2-40B4-BE49-F238E27FC236}">
                <a16:creationId xmlns:a16="http://schemas.microsoft.com/office/drawing/2014/main" id="{4505C988-7C56-8EBE-B636-C30A7865EDD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21207" y="1262142"/>
            <a:ext cx="1978025" cy="197802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rrow2">
            <a:extLst>
              <a:ext uri="{FF2B5EF4-FFF2-40B4-BE49-F238E27FC236}">
                <a16:creationId xmlns:a16="http://schemas.microsoft.com/office/drawing/2014/main" id="{F9AC40C3-DCA2-B80C-993A-1C6CBF96146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34666" y="2722672"/>
            <a:ext cx="1773082" cy="14977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4635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715DBAF7-E456-034D-F255-1B6B65077D59}"/>
              </a:ext>
            </a:extLst>
          </p:cNvPr>
          <p:cNvSpPr txBox="1"/>
          <p:nvPr/>
        </p:nvSpPr>
        <p:spPr>
          <a:xfrm>
            <a:off x="644472" y="665314"/>
            <a:ext cx="10453479" cy="584775"/>
          </a:xfrm>
          <a:prstGeom prst="rect">
            <a:avLst/>
          </a:prstGeom>
          <a:noFill/>
        </p:spPr>
        <p:txBody>
          <a:bodyPr wrap="square">
            <a:spAutoFit/>
          </a:bodyPr>
          <a:lstStyle/>
          <a:p>
            <a:r>
              <a:rPr lang="it-IT" sz="1400" dirty="0">
                <a:solidFill>
                  <a:srgbClr val="000000"/>
                </a:solidFill>
                <a:latin typeface="+mj-lt"/>
              </a:rPr>
              <a:t> 
</a:t>
            </a:r>
            <a:r>
              <a:rPr lang="it-IT" dirty="0">
                <a:solidFill>
                  <a:srgbClr val="000000"/>
                </a:solidFill>
                <a:latin typeface="+mj-lt"/>
              </a:rPr>
              <a:t>I termini del servizio Envizi sono pubblicati al link </a:t>
            </a:r>
            <a:endParaRPr lang="it-IT" b="0" i="0" dirty="0">
              <a:solidFill>
                <a:srgbClr val="000000"/>
              </a:solidFill>
              <a:effectLst/>
              <a:latin typeface="+mj-lt"/>
            </a:endParaRPr>
          </a:p>
        </p:txBody>
      </p:sp>
      <p:sp>
        <p:nvSpPr>
          <p:cNvPr id="3" name="Title 1">
            <a:extLst>
              <a:ext uri="{FF2B5EF4-FFF2-40B4-BE49-F238E27FC236}">
                <a16:creationId xmlns:a16="http://schemas.microsoft.com/office/drawing/2014/main" id="{18FA5083-860B-ED02-E0C3-E9A66B7DEF6E}"/>
              </a:ext>
            </a:extLst>
          </p:cNvPr>
          <p:cNvSpPr txBox="1">
            <a:spLocks/>
          </p:cNvSpPr>
          <p:nvPr/>
        </p:nvSpPr>
        <p:spPr>
          <a:xfrm>
            <a:off x="564462" y="234950"/>
            <a:ext cx="9573948" cy="559606"/>
          </a:xfrm>
        </p:spPr>
        <p:txBody>
          <a:bodyPr/>
          <a:lstStyle>
            <a:lvl1pPr algn="l">
              <a:lnSpc>
                <a:spcPct val="90000"/>
              </a:lnSpc>
              <a:spcBef>
                <a:spcPts val="0"/>
              </a:spcBef>
              <a:buNone/>
              <a:defRPr sz="4400">
                <a:solidFill>
                  <a:schemeClr val="tx1"/>
                </a:solidFill>
                <a:latin typeface="+mj-lt"/>
                <a:ea typeface="+mj-lt"/>
                <a:cs typeface="+mj-lt"/>
              </a:defRPr>
            </a:lvl1pPr>
          </a:lstStyle>
          <a:p>
            <a:r>
              <a:rPr lang="en-GB" sz="2000" b="1" kern="1200">
                <a:solidFill>
                  <a:srgbClr val="000000"/>
                </a:solidFill>
                <a:latin typeface="IBM Plex Sans" panose="020B0503050203000203" pitchFamily="34" charset="0"/>
                <a:ea typeface="+mn-ea"/>
                <a:cs typeface="+mn-cs"/>
              </a:rPr>
              <a:t>Supporto IBM in produzione</a:t>
            </a:r>
            <a:endParaRPr lang="en-GB" sz="2000" b="1" kern="1200" dirty="0">
              <a:solidFill>
                <a:srgbClr val="000000"/>
              </a:solidFill>
              <a:latin typeface="IBM Plex Sans" panose="020B0503050203000203" pitchFamily="34" charset="0"/>
              <a:ea typeface="+mn-ea"/>
              <a:cs typeface="+mn-cs"/>
            </a:endParaRPr>
          </a:p>
        </p:txBody>
      </p:sp>
      <p:sp>
        <p:nvSpPr>
          <p:cNvPr id="4" name="CasellaDiTesto 3">
            <a:extLst>
              <a:ext uri="{FF2B5EF4-FFF2-40B4-BE49-F238E27FC236}">
                <a16:creationId xmlns:a16="http://schemas.microsoft.com/office/drawing/2014/main" id="{BDEC9098-0B24-B31C-E1DC-EB8FF7DF34F5}"/>
              </a:ext>
            </a:extLst>
          </p:cNvPr>
          <p:cNvSpPr txBox="1"/>
          <p:nvPr/>
        </p:nvSpPr>
        <p:spPr>
          <a:xfrm>
            <a:off x="655813" y="1224920"/>
            <a:ext cx="11231298" cy="646331"/>
          </a:xfrm>
          <a:prstGeom prst="rect">
            <a:avLst/>
          </a:prstGeom>
          <a:noFill/>
        </p:spPr>
        <p:txBody>
          <a:bodyPr wrap="square">
            <a:spAutoFit/>
          </a:bodyPr>
          <a:lstStyle/>
          <a:p>
            <a:r>
              <a:rPr lang="it-IT" dirty="0">
                <a:hlinkClick r:id="rId2"/>
              </a:rPr>
              <a:t>https://www.ibm.com/support/customer/csol/terms/?id=i126-9385&amp;lc=it</a:t>
            </a:r>
            <a:endParaRPr lang="it-IT" dirty="0"/>
          </a:p>
          <a:p>
            <a:endParaRPr lang="it-IT" dirty="0"/>
          </a:p>
        </p:txBody>
      </p:sp>
      <p:sp>
        <p:nvSpPr>
          <p:cNvPr id="5" name="CasellaDiTesto 4">
            <a:extLst>
              <a:ext uri="{FF2B5EF4-FFF2-40B4-BE49-F238E27FC236}">
                <a16:creationId xmlns:a16="http://schemas.microsoft.com/office/drawing/2014/main" id="{B2377E67-868C-1236-9004-FA05E1634E17}"/>
              </a:ext>
            </a:extLst>
          </p:cNvPr>
          <p:cNvSpPr txBox="1"/>
          <p:nvPr/>
        </p:nvSpPr>
        <p:spPr>
          <a:xfrm>
            <a:off x="655813" y="2133806"/>
            <a:ext cx="9384030" cy="646331"/>
          </a:xfrm>
          <a:prstGeom prst="rect">
            <a:avLst/>
          </a:prstGeom>
          <a:noFill/>
        </p:spPr>
        <p:txBody>
          <a:bodyPr wrap="square">
            <a:spAutoFit/>
          </a:bodyPr>
          <a:lstStyle/>
          <a:p>
            <a:r>
              <a:rPr lang="it-IT" dirty="0">
                <a:hlinkClick r:id="rId3"/>
              </a:rPr>
              <a:t>https://supportcontent.ibm.com/support/pages/node/6553636?check_logged_in=1</a:t>
            </a:r>
            <a:endParaRPr lang="it-IT" dirty="0"/>
          </a:p>
          <a:p>
            <a:endParaRPr lang="it-IT" dirty="0"/>
          </a:p>
        </p:txBody>
      </p:sp>
      <p:sp>
        <p:nvSpPr>
          <p:cNvPr id="6" name="CasellaDiTesto 5">
            <a:extLst>
              <a:ext uri="{FF2B5EF4-FFF2-40B4-BE49-F238E27FC236}">
                <a16:creationId xmlns:a16="http://schemas.microsoft.com/office/drawing/2014/main" id="{522C4CE3-0B67-4441-7F34-AA3032AB795C}"/>
              </a:ext>
            </a:extLst>
          </p:cNvPr>
          <p:cNvSpPr txBox="1"/>
          <p:nvPr/>
        </p:nvSpPr>
        <p:spPr>
          <a:xfrm>
            <a:off x="655813" y="1399560"/>
            <a:ext cx="10453479" cy="584775"/>
          </a:xfrm>
          <a:prstGeom prst="rect">
            <a:avLst/>
          </a:prstGeom>
          <a:noFill/>
        </p:spPr>
        <p:txBody>
          <a:bodyPr wrap="square">
            <a:spAutoFit/>
          </a:bodyPr>
          <a:lstStyle/>
          <a:p>
            <a:r>
              <a:rPr lang="it-IT" sz="1400" dirty="0">
                <a:solidFill>
                  <a:srgbClr val="000000"/>
                </a:solidFill>
                <a:latin typeface="+mj-lt"/>
              </a:rPr>
              <a:t> 
</a:t>
            </a:r>
            <a:r>
              <a:rPr lang="it-IT" dirty="0">
                <a:solidFill>
                  <a:srgbClr val="000000"/>
                </a:solidFill>
                <a:latin typeface="+mj-lt"/>
              </a:rPr>
              <a:t>Il documento riporta i termini del servizio di supporto Envizi al link </a:t>
            </a:r>
            <a:endParaRPr lang="it-IT" b="0" i="0" dirty="0">
              <a:solidFill>
                <a:srgbClr val="000000"/>
              </a:solidFill>
              <a:effectLst/>
              <a:latin typeface="+mj-lt"/>
            </a:endParaRPr>
          </a:p>
        </p:txBody>
      </p:sp>
      <p:pic>
        <p:nvPicPr>
          <p:cNvPr id="7" name="Picture 5" descr="globe5">
            <a:extLst>
              <a:ext uri="{FF2B5EF4-FFF2-40B4-BE49-F238E27FC236}">
                <a16:creationId xmlns:a16="http://schemas.microsoft.com/office/drawing/2014/main" id="{7939993C-9013-032D-D8F5-27E78924F1F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51018" y="4635937"/>
            <a:ext cx="1441450" cy="14478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globe1">
            <a:extLst>
              <a:ext uri="{FF2B5EF4-FFF2-40B4-BE49-F238E27FC236}">
                <a16:creationId xmlns:a16="http://schemas.microsoft.com/office/drawing/2014/main" id="{B1F280CB-DC3F-E598-8FD1-C1E018BE35E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51218" y="4635937"/>
            <a:ext cx="1441450" cy="14478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7" descr="globe2">
            <a:extLst>
              <a:ext uri="{FF2B5EF4-FFF2-40B4-BE49-F238E27FC236}">
                <a16:creationId xmlns:a16="http://schemas.microsoft.com/office/drawing/2014/main" id="{02D48089-ACCA-E02F-A504-C9658A4C4E4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151418" y="4635937"/>
            <a:ext cx="1441450" cy="14478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descr="globe3">
            <a:extLst>
              <a:ext uri="{FF2B5EF4-FFF2-40B4-BE49-F238E27FC236}">
                <a16:creationId xmlns:a16="http://schemas.microsoft.com/office/drawing/2014/main" id="{F43DCF3E-4B11-1801-D9E9-A2DB584398DB}"/>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751618" y="4635937"/>
            <a:ext cx="1441450" cy="14478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9" descr="globe4">
            <a:extLst>
              <a:ext uri="{FF2B5EF4-FFF2-40B4-BE49-F238E27FC236}">
                <a16:creationId xmlns:a16="http://schemas.microsoft.com/office/drawing/2014/main" id="{F5A0CD2B-6C60-EA4E-9419-968C32CE4EC9}"/>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358168" y="4635937"/>
            <a:ext cx="1441450" cy="1447800"/>
          </a:xfrm>
          <a:prstGeom prst="rect">
            <a:avLst/>
          </a:prstGeom>
          <a:noFill/>
          <a:extLst>
            <a:ext uri="{909E8E84-426E-40DD-AFC4-6F175D3DCCD1}">
              <a14:hiddenFill xmlns:a14="http://schemas.microsoft.com/office/drawing/2010/main">
                <a:solidFill>
                  <a:srgbClr val="FFFFFF"/>
                </a:solidFill>
              </a14:hiddenFill>
            </a:ext>
          </a:extLst>
        </p:spPr>
      </p:pic>
      <p:pic>
        <p:nvPicPr>
          <p:cNvPr id="12" name="Immagine 11">
            <a:extLst>
              <a:ext uri="{FF2B5EF4-FFF2-40B4-BE49-F238E27FC236}">
                <a16:creationId xmlns:a16="http://schemas.microsoft.com/office/drawing/2014/main" id="{F691DF91-56A5-68E3-BC8F-5D3D68434091}"/>
              </a:ext>
            </a:extLst>
          </p:cNvPr>
          <p:cNvPicPr>
            <a:picLocks noChangeAspect="1"/>
          </p:cNvPicPr>
          <p:nvPr/>
        </p:nvPicPr>
        <p:blipFill>
          <a:blip r:embed="rId9"/>
          <a:stretch>
            <a:fillRect/>
          </a:stretch>
        </p:blipFill>
        <p:spPr>
          <a:xfrm>
            <a:off x="947633" y="2599611"/>
            <a:ext cx="7772400" cy="2021609"/>
          </a:xfrm>
          <a:prstGeom prst="rect">
            <a:avLst/>
          </a:prstGeom>
        </p:spPr>
      </p:pic>
    </p:spTree>
    <p:extLst>
      <p:ext uri="{BB962C8B-B14F-4D97-AF65-F5344CB8AC3E}">
        <p14:creationId xmlns:p14="http://schemas.microsoft.com/office/powerpoint/2010/main" val="82737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a verde titolo">
            <a:extLst>
              <a:ext uri="{FF2B5EF4-FFF2-40B4-BE49-F238E27FC236}">
                <a16:creationId xmlns:a16="http://schemas.microsoft.com/office/drawing/2014/main" id="{08D1998D-768F-031F-1A53-F129339B4900}"/>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3" name="CasellaDiTesto 2">
            <a:extLst>
              <a:ext uri="{FF2B5EF4-FFF2-40B4-BE49-F238E27FC236}">
                <a16:creationId xmlns:a16="http://schemas.microsoft.com/office/drawing/2014/main" id="{A938B76D-549F-1B17-84F8-F732798DF18B}"/>
              </a:ext>
            </a:extLst>
          </p:cNvPr>
          <p:cNvSpPr txBox="1"/>
          <p:nvPr/>
        </p:nvSpPr>
        <p:spPr>
          <a:xfrm>
            <a:off x="640080" y="457200"/>
            <a:ext cx="10908792" cy="369332"/>
          </a:xfrm>
          <a:prstGeom prst="rect">
            <a:avLst/>
          </a:prstGeom>
          <a:no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dirty="0">
                <a:solidFill>
                  <a:srgbClr val="073E31"/>
                </a:solidFill>
                <a:latin typeface="Calibri"/>
              </a:rPr>
              <a:t>Link rilevanti </a:t>
            </a:r>
            <a:r>
              <a:rPr lang="it-IT" sz="2400" b="1" dirty="0" err="1">
                <a:solidFill>
                  <a:srgbClr val="073E31"/>
                </a:solidFill>
                <a:latin typeface="Calibri"/>
              </a:rPr>
              <a:t>Envizi</a:t>
            </a:r>
            <a:endParaRPr lang="it-IT" sz="2400" b="1" dirty="0">
              <a:solidFill>
                <a:srgbClr val="073E31"/>
              </a:solidFill>
              <a:latin typeface="Calibri"/>
            </a:endParaRPr>
          </a:p>
        </p:txBody>
      </p:sp>
      <p:sp>
        <p:nvSpPr>
          <p:cNvPr id="5" name="CasellaDiTesto 4">
            <a:extLst>
              <a:ext uri="{FF2B5EF4-FFF2-40B4-BE49-F238E27FC236}">
                <a16:creationId xmlns:a16="http://schemas.microsoft.com/office/drawing/2014/main" id="{78D7F30E-3151-01CB-CF01-20B2687C39B6}"/>
              </a:ext>
            </a:extLst>
          </p:cNvPr>
          <p:cNvSpPr txBox="1"/>
          <p:nvPr/>
        </p:nvSpPr>
        <p:spPr>
          <a:xfrm>
            <a:off x="850006" y="1759941"/>
            <a:ext cx="7266905" cy="923330"/>
          </a:xfrm>
          <a:prstGeom prst="rect">
            <a:avLst/>
          </a:prstGeom>
          <a:noFill/>
        </p:spPr>
        <p:txBody>
          <a:bodyPr wrap="square">
            <a:spAutoFit/>
          </a:bodyPr>
          <a:lstStyle/>
          <a:p>
            <a:r>
              <a:rPr lang="it-IT" dirty="0">
                <a:hlinkClick r:id="rId2"/>
              </a:rPr>
              <a:t>https://community.ibm.com/community/user/groups/community-home?CommunityKey=6853271a-0a5c-45f9-a9a2-0186706f68ec</a:t>
            </a:r>
            <a:endParaRPr lang="it-IT" dirty="0"/>
          </a:p>
          <a:p>
            <a:endParaRPr lang="it-IT" dirty="0"/>
          </a:p>
        </p:txBody>
      </p:sp>
      <p:sp>
        <p:nvSpPr>
          <p:cNvPr id="6" name="CasellaDiTesto 5">
            <a:extLst>
              <a:ext uri="{FF2B5EF4-FFF2-40B4-BE49-F238E27FC236}">
                <a16:creationId xmlns:a16="http://schemas.microsoft.com/office/drawing/2014/main" id="{80D3B43A-E6CA-1D03-F27A-11117A853C5E}"/>
              </a:ext>
            </a:extLst>
          </p:cNvPr>
          <p:cNvSpPr txBox="1"/>
          <p:nvPr/>
        </p:nvSpPr>
        <p:spPr>
          <a:xfrm>
            <a:off x="850006" y="1339403"/>
            <a:ext cx="2756079" cy="369332"/>
          </a:xfrm>
          <a:prstGeom prst="rect">
            <a:avLst/>
          </a:prstGeom>
          <a:noFill/>
        </p:spPr>
        <p:txBody>
          <a:bodyPr wrap="square" rtlCol="0">
            <a:spAutoFit/>
          </a:bodyPr>
          <a:lstStyle/>
          <a:p>
            <a:r>
              <a:rPr lang="it-IT" dirty="0" err="1"/>
              <a:t>Envizi</a:t>
            </a:r>
            <a:r>
              <a:rPr lang="it-IT" dirty="0"/>
              <a:t> Community</a:t>
            </a:r>
          </a:p>
        </p:txBody>
      </p:sp>
      <p:sp>
        <p:nvSpPr>
          <p:cNvPr id="8" name="CasellaDiTesto 7">
            <a:extLst>
              <a:ext uri="{FF2B5EF4-FFF2-40B4-BE49-F238E27FC236}">
                <a16:creationId xmlns:a16="http://schemas.microsoft.com/office/drawing/2014/main" id="{A133C581-E1D8-C815-FB2D-D5D9B63DC339}"/>
              </a:ext>
            </a:extLst>
          </p:cNvPr>
          <p:cNvSpPr txBox="1"/>
          <p:nvPr/>
        </p:nvSpPr>
        <p:spPr>
          <a:xfrm>
            <a:off x="850006" y="3029753"/>
            <a:ext cx="6098146" cy="646331"/>
          </a:xfrm>
          <a:prstGeom prst="rect">
            <a:avLst/>
          </a:prstGeom>
          <a:noFill/>
        </p:spPr>
        <p:txBody>
          <a:bodyPr wrap="square">
            <a:spAutoFit/>
          </a:bodyPr>
          <a:lstStyle/>
          <a:p>
            <a:r>
              <a:rPr lang="it-IT" dirty="0">
                <a:hlinkClick r:id="rId3"/>
              </a:rPr>
              <a:t>https://www.ibm.com/it-it/products/envizi</a:t>
            </a:r>
            <a:endParaRPr lang="it-IT" dirty="0"/>
          </a:p>
          <a:p>
            <a:endParaRPr lang="it-IT" dirty="0"/>
          </a:p>
        </p:txBody>
      </p:sp>
      <p:sp>
        <p:nvSpPr>
          <p:cNvPr id="9" name="CasellaDiTesto 8">
            <a:extLst>
              <a:ext uri="{FF2B5EF4-FFF2-40B4-BE49-F238E27FC236}">
                <a16:creationId xmlns:a16="http://schemas.microsoft.com/office/drawing/2014/main" id="{E5372623-7FBD-92A3-CEA6-988DBEE54467}"/>
              </a:ext>
            </a:extLst>
          </p:cNvPr>
          <p:cNvSpPr txBox="1"/>
          <p:nvPr/>
        </p:nvSpPr>
        <p:spPr>
          <a:xfrm>
            <a:off x="850006" y="2677663"/>
            <a:ext cx="2756079" cy="369332"/>
          </a:xfrm>
          <a:prstGeom prst="rect">
            <a:avLst/>
          </a:prstGeom>
          <a:noFill/>
        </p:spPr>
        <p:txBody>
          <a:bodyPr wrap="square" rtlCol="0">
            <a:spAutoFit/>
          </a:bodyPr>
          <a:lstStyle/>
          <a:p>
            <a:r>
              <a:rPr lang="it-IT" dirty="0"/>
              <a:t>Home page </a:t>
            </a:r>
            <a:r>
              <a:rPr lang="it-IT" dirty="0" err="1"/>
              <a:t>Envizi</a:t>
            </a:r>
            <a:r>
              <a:rPr lang="it-IT" dirty="0"/>
              <a:t> Italiano</a:t>
            </a:r>
          </a:p>
        </p:txBody>
      </p:sp>
      <p:sp>
        <p:nvSpPr>
          <p:cNvPr id="11" name="CasellaDiTesto 10">
            <a:extLst>
              <a:ext uri="{FF2B5EF4-FFF2-40B4-BE49-F238E27FC236}">
                <a16:creationId xmlns:a16="http://schemas.microsoft.com/office/drawing/2014/main" id="{A4A38A7F-AA70-37DC-2D53-ED07E6286EFE}"/>
              </a:ext>
            </a:extLst>
          </p:cNvPr>
          <p:cNvSpPr txBox="1"/>
          <p:nvPr/>
        </p:nvSpPr>
        <p:spPr>
          <a:xfrm>
            <a:off x="850005" y="4193211"/>
            <a:ext cx="6098146" cy="646331"/>
          </a:xfrm>
          <a:prstGeom prst="rect">
            <a:avLst/>
          </a:prstGeom>
          <a:noFill/>
        </p:spPr>
        <p:txBody>
          <a:bodyPr wrap="square">
            <a:spAutoFit/>
          </a:bodyPr>
          <a:lstStyle/>
          <a:p>
            <a:r>
              <a:rPr lang="it-IT" dirty="0">
                <a:hlinkClick r:id="rId4"/>
              </a:rPr>
              <a:t>https://www.ibm.com/docs/en/envizi-esg-suite</a:t>
            </a:r>
            <a:endParaRPr lang="it-IT" dirty="0"/>
          </a:p>
          <a:p>
            <a:endParaRPr lang="it-IT" dirty="0"/>
          </a:p>
        </p:txBody>
      </p:sp>
      <p:sp>
        <p:nvSpPr>
          <p:cNvPr id="12" name="CasellaDiTesto 11">
            <a:extLst>
              <a:ext uri="{FF2B5EF4-FFF2-40B4-BE49-F238E27FC236}">
                <a16:creationId xmlns:a16="http://schemas.microsoft.com/office/drawing/2014/main" id="{5456BF0C-05DB-8849-A7B5-C562F75B1BC1}"/>
              </a:ext>
            </a:extLst>
          </p:cNvPr>
          <p:cNvSpPr txBox="1"/>
          <p:nvPr/>
        </p:nvSpPr>
        <p:spPr>
          <a:xfrm>
            <a:off x="850005" y="3829487"/>
            <a:ext cx="4172756" cy="369332"/>
          </a:xfrm>
          <a:prstGeom prst="rect">
            <a:avLst/>
          </a:prstGeom>
          <a:noFill/>
        </p:spPr>
        <p:txBody>
          <a:bodyPr wrap="square" rtlCol="0">
            <a:spAutoFit/>
          </a:bodyPr>
          <a:lstStyle/>
          <a:p>
            <a:r>
              <a:rPr lang="it-IT" dirty="0"/>
              <a:t>Documentazione </a:t>
            </a:r>
            <a:r>
              <a:rPr lang="it-IT" dirty="0" err="1"/>
              <a:t>iBM</a:t>
            </a:r>
            <a:r>
              <a:rPr lang="it-IT" dirty="0"/>
              <a:t> </a:t>
            </a:r>
            <a:r>
              <a:rPr lang="it-IT" dirty="0" err="1"/>
              <a:t>Envizi</a:t>
            </a:r>
            <a:endParaRPr lang="it-IT" dirty="0"/>
          </a:p>
        </p:txBody>
      </p:sp>
    </p:spTree>
    <p:extLst>
      <p:ext uri="{BB962C8B-B14F-4D97-AF65-F5344CB8AC3E}">
        <p14:creationId xmlns:p14="http://schemas.microsoft.com/office/powerpoint/2010/main" val="529957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Testo originale sotto il titolo"/>
          <p:cNvSpPr txBox="1"/>
          <p:nvPr/>
        </p:nvSpPr>
        <p:spPr>
          <a:xfrm>
            <a:off x="548640" y="5641848"/>
            <a:ext cx="10881360" cy="307777"/>
          </a:xfrm>
          <a:prstGeom prst="rect">
            <a:avLst/>
          </a:prstGeom>
          <a:noFill/>
        </p:spPr>
        <p:txBody>
          <a:bodyPr wrap="square" lIns="0" tIns="0" rIns="0" bIns="0" anchor="t">
            <a:spAutoFit/>
          </a:bodyPr>
          <a:lstStyle/>
          <a:p>
            <a:pPr algn="l">
              <a:defRPr sz="2000">
                <a:solidFill>
                  <a:srgbClr val="073E31"/>
                </a:solidFill>
              </a:defRPr>
            </a:pPr>
            <a:r>
              <a:rPr sz="2000" b="0" i="0" dirty="0">
                <a:solidFill>
                  <a:srgbClr val="073E31"/>
                </a:solidFill>
                <a:latin typeface="Calibri"/>
              </a:rPr>
              <a:t> </a:t>
            </a:r>
            <a:r>
              <a:rPr lang="it-IT" sz="2000" b="0" i="0" dirty="0" err="1">
                <a:solidFill>
                  <a:srgbClr val="073E31"/>
                </a:solidFill>
                <a:latin typeface="Calibri"/>
              </a:rPr>
              <a:t>felice_petrignano</a:t>
            </a:r>
            <a:r>
              <a:rPr sz="2000" b="0" i="0" dirty="0">
                <a:solidFill>
                  <a:srgbClr val="073E31"/>
                </a:solidFill>
                <a:latin typeface="Calibri"/>
              </a:rPr>
              <a:t>@</a:t>
            </a:r>
            <a:r>
              <a:rPr lang="it-IT" sz="2000" b="0" i="0" dirty="0" err="1">
                <a:solidFill>
                  <a:srgbClr val="073E31"/>
                </a:solidFill>
                <a:latin typeface="Calibri"/>
              </a:rPr>
              <a:t>it.ibm.com</a:t>
            </a:r>
            <a:endParaRPr sz="2400" b="0" i="0" dirty="0">
              <a:solidFill>
                <a:srgbClr val="D8E8DC"/>
              </a:solidFill>
              <a:latin typeface="Calibri"/>
            </a:endParaRPr>
          </a:p>
        </p:txBody>
      </p:sp>
      <p:sp>
        <p:nvSpPr>
          <p:cNvPr id="8"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pPr>
              <a:defRPr sz="2000">
                <a:solidFill>
                  <a:srgbClr val="073E31"/>
                </a:solidFill>
              </a:defRPr>
            </a:pPr>
            <a:endParaRPr lang="it-IT"/>
          </a:p>
        </p:txBody>
      </p:sp>
      <p:sp>
        <p:nvSpPr>
          <p:cNvPr id="5" name="TextBox 4"/>
          <p:cNvSpPr txBox="1"/>
          <p:nvPr/>
        </p:nvSpPr>
        <p:spPr>
          <a:xfrm>
            <a:off x="640080" y="457200"/>
            <a:ext cx="10908792" cy="369332"/>
          </a:xfrm>
          <a:prstGeom prst="rect">
            <a:avLst/>
          </a:prstGeom>
          <a:noFill/>
        </p:spPr>
        <p:txBody>
          <a:bodyPr wrap="square" lIns="0" tIns="0" rIns="0" bIns="0" anchor="t">
            <a:spAutoFit/>
          </a:bodyPr>
          <a:lstStyle/>
          <a:p>
            <a:pPr marL="0" indent="0" algn="l">
              <a:lnSpc>
                <a:spcPct val="100000"/>
              </a:lnSpc>
              <a:spcBef>
                <a:spcPts val="0"/>
              </a:spcBef>
              <a:spcAft>
                <a:spcPts val="500"/>
              </a:spcAft>
              <a:buNone/>
              <a:defRPr sz="2400" b="1">
                <a:solidFill>
                  <a:srgbClr val="073E31"/>
                </a:solidFill>
                <a:latin typeface="Calibri"/>
              </a:defRPr>
            </a:pPr>
            <a:r>
              <a:rPr lang="it-IT" sz="2400" b="1">
                <a:solidFill>
                  <a:srgbClr val="073E31"/>
                </a:solidFill>
                <a:latin typeface="Calibri"/>
              </a:rPr>
              <a:t>Grazie</a:t>
            </a:r>
          </a:p>
        </p:txBody>
      </p:sp>
      <p:sp>
        <p:nvSpPr>
          <p:cNvPr id="2" name="TextBox 3">
            <a:extLst>
              <a:ext uri="{FF2B5EF4-FFF2-40B4-BE49-F238E27FC236}">
                <a16:creationId xmlns:a16="http://schemas.microsoft.com/office/drawing/2014/main" id="{6EF24286-BAAB-56CB-EE5D-375D369C0873}"/>
              </a:ext>
            </a:extLst>
          </p:cNvPr>
          <p:cNvSpPr txBox="1"/>
          <p:nvPr/>
        </p:nvSpPr>
        <p:spPr>
          <a:xfrm>
            <a:off x="10058400" y="219456"/>
            <a:ext cx="2743200" cy="256032"/>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0F62FE"/>
                </a:solidFill>
                <a:effectLst/>
                <a:uLnTx/>
                <a:uFillTx/>
                <a:latin typeface="IBM Plex Sans"/>
                <a:ea typeface="+mn-ea"/>
                <a:cs typeface="+mn-cs"/>
              </a:rPr>
              <a:t>IBM ENVIZI</a:t>
            </a:r>
          </a:p>
        </p:txBody>
      </p:sp>
      <p:sp>
        <p:nvSpPr>
          <p:cNvPr id="3" name="TextBox 4">
            <a:extLst>
              <a:ext uri="{FF2B5EF4-FFF2-40B4-BE49-F238E27FC236}">
                <a16:creationId xmlns:a16="http://schemas.microsoft.com/office/drawing/2014/main" id="{8CDF11D0-1C53-0547-9873-8FB7E1E39671}"/>
              </a:ext>
            </a:extLst>
          </p:cNvPr>
          <p:cNvSpPr txBox="1"/>
          <p:nvPr/>
        </p:nvSpPr>
        <p:spPr>
          <a:xfrm>
            <a:off x="640080" y="1280160"/>
            <a:ext cx="6217920" cy="640080"/>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800" b="1" i="0" u="none" strike="noStrike" kern="1200" cap="none" spc="0" normalizeH="0" baseline="0" noProof="0" dirty="0">
                <a:ln>
                  <a:noFill/>
                </a:ln>
                <a:solidFill>
                  <a:srgbClr val="11233F"/>
                </a:solidFill>
                <a:effectLst/>
                <a:uLnTx/>
                <a:uFillTx/>
                <a:latin typeface="IBM Plex Sans"/>
                <a:ea typeface="+mn-ea"/>
                <a:cs typeface="+mn-cs"/>
              </a:rPr>
              <a:t>Thank you</a:t>
            </a:r>
          </a:p>
        </p:txBody>
      </p:sp>
      <p:sp>
        <p:nvSpPr>
          <p:cNvPr id="4" name="Rectangle 5">
            <a:extLst>
              <a:ext uri="{FF2B5EF4-FFF2-40B4-BE49-F238E27FC236}">
                <a16:creationId xmlns:a16="http://schemas.microsoft.com/office/drawing/2014/main" id="{46CC8070-723C-29F9-6B8C-870A277CC8CE}"/>
              </a:ext>
            </a:extLst>
          </p:cNvPr>
          <p:cNvSpPr/>
          <p:nvPr/>
        </p:nvSpPr>
        <p:spPr>
          <a:xfrm>
            <a:off x="640080" y="2084831"/>
            <a:ext cx="1005840" cy="54864"/>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6">
            <a:extLst>
              <a:ext uri="{FF2B5EF4-FFF2-40B4-BE49-F238E27FC236}">
                <a16:creationId xmlns:a16="http://schemas.microsoft.com/office/drawing/2014/main" id="{C5511781-77E8-AB51-35E5-D1D2C2451BA2}"/>
              </a:ext>
            </a:extLst>
          </p:cNvPr>
          <p:cNvSpPr txBox="1"/>
          <p:nvPr/>
        </p:nvSpPr>
        <p:spPr>
          <a:xfrm>
            <a:off x="640080" y="2423160"/>
            <a:ext cx="5897880" cy="438912"/>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700" b="0" i="0" u="none" strike="noStrike" kern="1200" cap="none" spc="0" normalizeH="0" baseline="0" noProof="0">
                <a:ln>
                  <a:noFill/>
                </a:ln>
                <a:solidFill>
                  <a:srgbClr val="5B687A"/>
                </a:solidFill>
                <a:effectLst/>
                <a:uLnTx/>
                <a:uFillTx/>
                <a:latin typeface="IBM Plex Sans"/>
                <a:ea typeface="+mn-ea"/>
                <a:cs typeface="+mn-cs"/>
              </a:rPr>
              <a:t>Sustainability data that supports reporting, decisions and business value.</a:t>
            </a:r>
          </a:p>
        </p:txBody>
      </p:sp>
      <p:sp>
        <p:nvSpPr>
          <p:cNvPr id="9" name="TextBox 7">
            <a:extLst>
              <a:ext uri="{FF2B5EF4-FFF2-40B4-BE49-F238E27FC236}">
                <a16:creationId xmlns:a16="http://schemas.microsoft.com/office/drawing/2014/main" id="{8CE9F074-FDBC-705B-960A-8459F4BC17DE}"/>
              </a:ext>
            </a:extLst>
          </p:cNvPr>
          <p:cNvSpPr txBox="1"/>
          <p:nvPr/>
        </p:nvSpPr>
        <p:spPr>
          <a:xfrm>
            <a:off x="640080" y="3822191"/>
            <a:ext cx="4206240" cy="274320"/>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11233F"/>
                </a:solidFill>
                <a:effectLst/>
                <a:uLnTx/>
                <a:uFillTx/>
                <a:latin typeface="IBM Plex Sans"/>
                <a:ea typeface="+mn-ea"/>
                <a:cs typeface="+mn-cs"/>
              </a:rPr>
              <a:t>Felice Petrignano</a:t>
            </a:r>
          </a:p>
        </p:txBody>
      </p:sp>
      <p:sp>
        <p:nvSpPr>
          <p:cNvPr id="10" name="TextBox 8">
            <a:extLst>
              <a:ext uri="{FF2B5EF4-FFF2-40B4-BE49-F238E27FC236}">
                <a16:creationId xmlns:a16="http://schemas.microsoft.com/office/drawing/2014/main" id="{434EFB8C-0790-AAB3-DB53-C9B2F350C225}"/>
              </a:ext>
            </a:extLst>
          </p:cNvPr>
          <p:cNvSpPr txBox="1"/>
          <p:nvPr/>
        </p:nvSpPr>
        <p:spPr>
          <a:xfrm>
            <a:off x="640080" y="4206240"/>
            <a:ext cx="5120640" cy="237744"/>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1F252E"/>
                </a:solidFill>
                <a:effectLst/>
                <a:uLnTx/>
                <a:uFillTx/>
                <a:latin typeface="IBM Plex Sans"/>
                <a:ea typeface="+mn-ea"/>
                <a:cs typeface="+mn-cs"/>
              </a:rPr>
              <a:t>Senior Technology Specialist</a:t>
            </a:r>
          </a:p>
        </p:txBody>
      </p:sp>
      <p:sp>
        <p:nvSpPr>
          <p:cNvPr id="11" name="TextBox 9">
            <a:extLst>
              <a:ext uri="{FF2B5EF4-FFF2-40B4-BE49-F238E27FC236}">
                <a16:creationId xmlns:a16="http://schemas.microsoft.com/office/drawing/2014/main" id="{6BEDC525-C44E-79D2-F7A4-4D024636405B}"/>
              </a:ext>
            </a:extLst>
          </p:cNvPr>
          <p:cNvSpPr txBox="1"/>
          <p:nvPr/>
        </p:nvSpPr>
        <p:spPr>
          <a:xfrm>
            <a:off x="640080" y="4517136"/>
            <a:ext cx="5303520" cy="237744"/>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1F252E"/>
                </a:solidFill>
                <a:effectLst/>
                <a:uLnTx/>
                <a:uFillTx/>
                <a:latin typeface="IBM Plex Sans"/>
                <a:ea typeface="+mn-ea"/>
                <a:cs typeface="+mn-cs"/>
              </a:rPr>
              <a:t>IBM Italy</a:t>
            </a:r>
          </a:p>
        </p:txBody>
      </p:sp>
      <p:sp>
        <p:nvSpPr>
          <p:cNvPr id="12" name="TextBox 10">
            <a:extLst>
              <a:ext uri="{FF2B5EF4-FFF2-40B4-BE49-F238E27FC236}">
                <a16:creationId xmlns:a16="http://schemas.microsoft.com/office/drawing/2014/main" id="{F621139D-38E0-2953-A093-2FC128265975}"/>
              </a:ext>
            </a:extLst>
          </p:cNvPr>
          <p:cNvSpPr txBox="1"/>
          <p:nvPr/>
        </p:nvSpPr>
        <p:spPr>
          <a:xfrm>
            <a:off x="640080" y="5047488"/>
            <a:ext cx="5303520" cy="237744"/>
          </a:xfrm>
          <a:prstGeom prst="rect">
            <a:avLst/>
          </a:prstGeom>
          <a:noFill/>
        </p:spPr>
        <p:txBody>
          <a:bodyPr wrap="square" lIns="18288" tIns="9144" rIns="18288" bIns="9144">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err="1">
                <a:ln>
                  <a:noFill/>
                </a:ln>
                <a:solidFill>
                  <a:srgbClr val="0F62FE"/>
                </a:solidFill>
                <a:effectLst/>
                <a:uLnTx/>
                <a:uFillTx/>
                <a:latin typeface="IBM Plex Sans"/>
                <a:ea typeface="+mn-ea"/>
                <a:cs typeface="+mn-cs"/>
              </a:rPr>
              <a:t>linkedin.com</a:t>
            </a:r>
            <a:r>
              <a:rPr kumimoji="0" sz="1400" b="1" i="0" u="none" strike="noStrike" kern="1200" cap="none" spc="0" normalizeH="0" baseline="0" noProof="0" dirty="0">
                <a:ln>
                  <a:noFill/>
                </a:ln>
                <a:solidFill>
                  <a:srgbClr val="0F62FE"/>
                </a:solidFill>
                <a:effectLst/>
                <a:uLnTx/>
                <a:uFillTx/>
                <a:latin typeface="IBM Plex Sans"/>
                <a:ea typeface="+mn-ea"/>
                <a:cs typeface="+mn-cs"/>
              </a:rPr>
              <a:t>/in/</a:t>
            </a:r>
            <a:r>
              <a:rPr kumimoji="0" sz="1400" b="1" i="0" u="none" strike="noStrike" kern="1200" cap="none" spc="0" normalizeH="0" baseline="0" noProof="0" dirty="0" err="1">
                <a:ln>
                  <a:noFill/>
                </a:ln>
                <a:solidFill>
                  <a:srgbClr val="0F62FE"/>
                </a:solidFill>
                <a:effectLst/>
                <a:uLnTx/>
                <a:uFillTx/>
                <a:latin typeface="IBM Plex Sans"/>
                <a:ea typeface="+mn-ea"/>
                <a:cs typeface="+mn-cs"/>
              </a:rPr>
              <a:t>fpetrignano</a:t>
            </a:r>
            <a:endParaRPr kumimoji="0" sz="1400" b="1" i="0" u="none" strike="noStrike" kern="1200" cap="none" spc="0" normalizeH="0" baseline="0" noProof="0" dirty="0">
              <a:ln>
                <a:noFill/>
              </a:ln>
              <a:solidFill>
                <a:srgbClr val="0F62FE"/>
              </a:solidFill>
              <a:effectLst/>
              <a:uLnTx/>
              <a:uFillTx/>
              <a:latin typeface="IBM Plex Sans"/>
              <a:ea typeface="+mn-ea"/>
              <a:cs typeface="+mn-cs"/>
            </a:endParaRPr>
          </a:p>
        </p:txBody>
      </p:sp>
      <p:sp>
        <p:nvSpPr>
          <p:cNvPr id="13" name="Rectangle 11">
            <a:extLst>
              <a:ext uri="{FF2B5EF4-FFF2-40B4-BE49-F238E27FC236}">
                <a16:creationId xmlns:a16="http://schemas.microsoft.com/office/drawing/2014/main" id="{306529D3-89C5-8762-7A9F-5369BAAECD79}"/>
              </a:ext>
            </a:extLst>
          </p:cNvPr>
          <p:cNvSpPr/>
          <p:nvPr/>
        </p:nvSpPr>
        <p:spPr>
          <a:xfrm>
            <a:off x="7635240" y="640080"/>
            <a:ext cx="3794760" cy="544068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12">
            <a:extLst>
              <a:ext uri="{FF2B5EF4-FFF2-40B4-BE49-F238E27FC236}">
                <a16:creationId xmlns:a16="http://schemas.microsoft.com/office/drawing/2014/main" id="{9DED0332-C7E5-AB26-11BC-B0241C7CD2B4}"/>
              </a:ext>
            </a:extLst>
          </p:cNvPr>
          <p:cNvSpPr txBox="1"/>
          <p:nvPr/>
        </p:nvSpPr>
        <p:spPr>
          <a:xfrm>
            <a:off x="8001000" y="1078992"/>
            <a:ext cx="3063240" cy="274320"/>
          </a:xfrm>
          <a:prstGeom prst="rect">
            <a:avLst/>
          </a:prstGeom>
          <a:noFill/>
        </p:spPr>
        <p:txBody>
          <a:bodyPr wrap="square" lIns="18288" tIns="9144" rIns="18288" bIns="9144">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0F62FE"/>
                </a:solidFill>
                <a:effectLst/>
                <a:uLnTx/>
                <a:uFillTx/>
                <a:latin typeface="IBM Plex Sans"/>
                <a:ea typeface="+mn-ea"/>
                <a:cs typeface="+mn-cs"/>
              </a:rPr>
              <a:t>LET’S CONNECT</a:t>
            </a:r>
          </a:p>
        </p:txBody>
      </p:sp>
      <p:pic>
        <p:nvPicPr>
          <p:cNvPr id="15" name="Picture 13" descr="linkedin_qr_original.png">
            <a:extLst>
              <a:ext uri="{FF2B5EF4-FFF2-40B4-BE49-F238E27FC236}">
                <a16:creationId xmlns:a16="http://schemas.microsoft.com/office/drawing/2014/main" id="{5488A219-564D-1AA5-DC0B-80CAF2A9B24A}"/>
              </a:ext>
            </a:extLst>
          </p:cNvPr>
          <p:cNvPicPr>
            <a:picLocks noChangeAspect="1"/>
          </p:cNvPicPr>
          <p:nvPr/>
        </p:nvPicPr>
        <p:blipFill>
          <a:blip r:embed="rId2"/>
          <a:stretch>
            <a:fillRect/>
          </a:stretch>
        </p:blipFill>
        <p:spPr>
          <a:xfrm>
            <a:off x="8267735" y="1600200"/>
            <a:ext cx="2529767" cy="3154680"/>
          </a:xfrm>
          <a:prstGeom prst="rect">
            <a:avLst/>
          </a:prstGeom>
        </p:spPr>
      </p:pic>
      <p:sp>
        <p:nvSpPr>
          <p:cNvPr id="16" name="TextBox 14">
            <a:extLst>
              <a:ext uri="{FF2B5EF4-FFF2-40B4-BE49-F238E27FC236}">
                <a16:creationId xmlns:a16="http://schemas.microsoft.com/office/drawing/2014/main" id="{D4866AE4-DC69-6812-12BF-9F23A0B9733F}"/>
              </a:ext>
            </a:extLst>
          </p:cNvPr>
          <p:cNvSpPr txBox="1"/>
          <p:nvPr/>
        </p:nvSpPr>
        <p:spPr>
          <a:xfrm>
            <a:off x="8001000" y="5074920"/>
            <a:ext cx="3063240" cy="420624"/>
          </a:xfrm>
          <a:prstGeom prst="rect">
            <a:avLst/>
          </a:prstGeom>
          <a:noFill/>
        </p:spPr>
        <p:txBody>
          <a:bodyPr wrap="square" lIns="18288" tIns="9144" rIns="18288" bIns="9144">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11233F"/>
                </a:solidFill>
                <a:effectLst/>
                <a:uLnTx/>
                <a:uFillTx/>
                <a:latin typeface="IBM Plex Sans"/>
                <a:ea typeface="+mn-ea"/>
                <a:cs typeface="+mn-cs"/>
              </a:rPr>
              <a:t>Scan the QR code to connect on LinkedIn</a:t>
            </a:r>
          </a:p>
        </p:txBody>
      </p:sp>
    </p:spTree>
    <p:extLst>
      <p:ext uri="{BB962C8B-B14F-4D97-AF65-F5344CB8AC3E}">
        <p14:creationId xmlns:p14="http://schemas.microsoft.com/office/powerpoint/2010/main" val="39041771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2f3a9ac-6287-4936-b063-c94c024d41e2" xsi:nil="true"/>
    <_Flow_SignoffStatus xmlns="c30769ef-6a28-4d40-b600-0f5cb7b7981d" xsi:nil="true"/>
    <p85f126ef1f64e55b80253073eafd3b7 xmlns="c30769ef-6a28-4d40-b600-0f5cb7b7981d">
      <Terms xmlns="http://schemas.microsoft.com/office/infopath/2007/PartnerControls"/>
    </p85f126ef1f64e55b80253073eafd3b7>
    <lcf76f155ced4ddcb4097134ff3c332f xmlns="c30769ef-6a28-4d40-b600-0f5cb7b7981d">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81BF27EEA998A488240AC9AFBE57262" ma:contentTypeVersion="25" ma:contentTypeDescription="Create a new document." ma:contentTypeScope="" ma:versionID="288591f3ec98a9dd1b249d8e71fb9466">
  <xsd:schema xmlns:xsd="http://www.w3.org/2001/XMLSchema" xmlns:xs="http://www.w3.org/2001/XMLSchema" xmlns:p="http://schemas.microsoft.com/office/2006/metadata/properties" xmlns:ns2="12f3a9ac-6287-4936-b063-c94c024d41e2" xmlns:ns3="c30769ef-6a28-4d40-b600-0f5cb7b7981d" targetNamespace="http://schemas.microsoft.com/office/2006/metadata/properties" ma:root="true" ma:fieldsID="81523594e21fb7aa0875299b519079c4" ns2:_="" ns3:_="">
    <xsd:import namespace="12f3a9ac-6287-4936-b063-c94c024d41e2"/>
    <xsd:import namespace="c30769ef-6a28-4d40-b600-0f5cb7b7981d"/>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lcf76f155ced4ddcb4097134ff3c332f" minOccurs="0"/>
                <xsd:element ref="ns2:TaxCatchAll" minOccurs="0"/>
                <xsd:element ref="ns3:MediaServiceGenerationTime" minOccurs="0"/>
                <xsd:element ref="ns3:MediaServiceEventHashCode" minOccurs="0"/>
                <xsd:element ref="ns3:MediaServiceOCR" minOccurs="0"/>
                <xsd:element ref="ns3:MediaServiceDateTaken" minOccurs="0"/>
                <xsd:element ref="ns3:MediaLengthInSeconds" minOccurs="0"/>
                <xsd:element ref="ns3:p85f126ef1f64e55b80253073eafd3b7" minOccurs="0"/>
                <xsd:element ref="ns3:_Flow_SignoffStatus" minOccurs="0"/>
                <xsd:element ref="ns3:MediaServiceObjectDetectorVersions" minOccurs="0"/>
                <xsd:element ref="ns3:MediaServiceLoc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2f3a9ac-6287-4936-b063-c94c024d41e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f0498f55-3701-423c-b8d6-3121f5e523dd}" ma:internalName="TaxCatchAll" ma:showField="CatchAllData" ma:web="12f3a9ac-6287-4936-b063-c94c024d41e2">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30769ef-6a28-4d40-b600-0f5cb7b7981d"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a14d781-0189-441e-87ef-c208f41383c9"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p85f126ef1f64e55b80253073eafd3b7" ma:index="21" nillable="true" ma:taxonomy="true" ma:internalName="p85f126ef1f64e55b80253073eafd3b7" ma:taxonomyFieldName="Argomenti" ma:displayName="Argomenti" ma:default="" ma:fieldId="{985f126e-f1f6-4e55-b802-53073eafd3b7}" ma:taxonomyMulti="true" ma:sspId="fa14d781-0189-441e-87ef-c208f41383c9" ma:termSetId="04e92794-d7cd-4c24-bb2e-31f3cb78449d" ma:anchorId="00000000-0000-0000-0000-000000000000" ma:open="true" ma:isKeyword="false">
      <xsd:complexType>
        <xsd:sequence>
          <xsd:element ref="pc:Terms" minOccurs="0" maxOccurs="1"/>
        </xsd:sequence>
      </xsd:complexType>
    </xsd:element>
    <xsd:element name="_Flow_SignoffStatus" ma:index="22" nillable="true" ma:displayName="Sign-off status" ma:internalName="Sign_x002d_off_x0020_status">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DE39D7-706A-4692-BB7F-8513E6326322}">
  <ds:schemaRefs>
    <ds:schemaRef ds:uri="http://purl.org/dc/elements/1.1/"/>
    <ds:schemaRef ds:uri="http://purl.org/dc/terms/"/>
    <ds:schemaRef ds:uri="http://schemas.microsoft.com/office/2006/metadata/properties"/>
    <ds:schemaRef ds:uri="12f3a9ac-6287-4936-b063-c94c024d41e2"/>
    <ds:schemaRef ds:uri="http://www.w3.org/XML/1998/namespace"/>
    <ds:schemaRef ds:uri="http://schemas.microsoft.com/office/infopath/2007/PartnerControls"/>
    <ds:schemaRef ds:uri="http://schemas.microsoft.com/office/2006/documentManagement/types"/>
    <ds:schemaRef ds:uri="http://schemas.openxmlformats.org/package/2006/metadata/core-properties"/>
    <ds:schemaRef ds:uri="c30769ef-6a28-4d40-b600-0f5cb7b7981d"/>
    <ds:schemaRef ds:uri="http://purl.org/dc/dcmitype/"/>
  </ds:schemaRefs>
</ds:datastoreItem>
</file>

<file path=customXml/itemProps2.xml><?xml version="1.0" encoding="utf-8"?>
<ds:datastoreItem xmlns:ds="http://schemas.openxmlformats.org/officeDocument/2006/customXml" ds:itemID="{72353546-399A-4C5C-BD72-C84F5C28BF34}">
  <ds:schemaRefs>
    <ds:schemaRef ds:uri="http://schemas.microsoft.com/sharepoint/v3/contenttype/forms"/>
  </ds:schemaRefs>
</ds:datastoreItem>
</file>

<file path=customXml/itemProps3.xml><?xml version="1.0" encoding="utf-8"?>
<ds:datastoreItem xmlns:ds="http://schemas.openxmlformats.org/officeDocument/2006/customXml" ds:itemID="{9610E46E-DCF5-4785-AA53-491CCDDF1A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2f3a9ac-6287-4936-b063-c94c024d41e2"/>
    <ds:schemaRef ds:uri="c30769ef-6a28-4d40-b600-0f5cb7b7981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00367e2-193a-4f48-94de-7245d45c0947}" enabled="0" method="" siteId="{b00367e2-193a-4f48-94de-7245d45c0947}" removed="1"/>
</clbl:labelList>
</file>

<file path=docProps/app.xml><?xml version="1.0" encoding="utf-8"?>
<Properties xmlns="http://schemas.openxmlformats.org/officeDocument/2006/extended-properties" xmlns:vt="http://schemas.openxmlformats.org/officeDocument/2006/docPropsVTypes">
  <TotalTime>9720</TotalTime>
  <Words>1084</Words>
  <Application>Microsoft Macintosh PowerPoint</Application>
  <DocSecurity>0</DocSecurity>
  <PresentationFormat>Widescreen</PresentationFormat>
  <Paragraphs>69</Paragraphs>
  <Slides>7</Slides>
  <Notes>2</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7</vt:i4>
      </vt:variant>
    </vt:vector>
  </HeadingPairs>
  <TitlesOfParts>
    <vt:vector size="15" baseType="lpstr">
      <vt:lpstr>Calibri</vt:lpstr>
      <vt:lpstr>Calibri Light</vt:lpstr>
      <vt:lpstr>IBM Plex Sans</vt:lpstr>
      <vt:lpstr>IBM Plex Sans Light</vt:lpstr>
      <vt:lpstr>Symbol</vt:lpstr>
      <vt:lpstr>Times New Roman</vt:lpstr>
      <vt:lpstr>Wingdings</vt:lpstr>
      <vt:lpstr>ChatGPT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Felice Petrignano</dc:creator>
  <cp:lastModifiedBy>Felice Petrignano</cp:lastModifiedBy>
  <cp:revision>140</cp:revision>
  <dcterms:created xsi:type="dcterms:W3CDTF">2026-09-26T19:34:15Z</dcterms:created>
  <dcterms:modified xsi:type="dcterms:W3CDTF">2026-10-09T15:43:30Z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0x010100881BF27EEA998A488240AC9AFBE57262</vt:lpwstr>
  </property>
  <property fmtid="{D5CDD505-2E9C-101B-9397-08002B2CF9AE}" pid="3" name="MediaServiceImageTags">
    <vt:lpwstr/>
  </property>
  <property fmtid="{D5CDD505-2E9C-101B-9397-08002B2CF9AE}" pid="4" name="Argomenti">
    <vt:lpwstr/>
  </property>
</Properties>
</file>