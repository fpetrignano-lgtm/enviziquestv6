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635" r:id="rId3"/>
    <p:sldId id="260" r:id="rId4"/>
    <p:sldId id="268" r:id="rId5"/>
    <p:sldId id="707" r:id="rId6"/>
    <p:sldId id="721" r:id="rId7"/>
    <p:sldId id="722" r:id="rId8"/>
    <p:sldId id="571" r:id="rId9"/>
    <p:sldId id="572" r:id="rId10"/>
    <p:sldId id="723" r:id="rId11"/>
    <p:sldId id="612" r:id="rId12"/>
    <p:sldId id="724" r:id="rId13"/>
    <p:sldId id="725" r:id="rId14"/>
    <p:sldId id="726" r:id="rId15"/>
    <p:sldId id="599" r:id="rId16"/>
    <p:sldId id="602" r:id="rId17"/>
    <p:sldId id="727" r:id="rId18"/>
    <p:sldId id="728" r:id="rId19"/>
    <p:sldId id="402" r:id="rId20"/>
    <p:sldId id="2147472656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958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https://www.ibm.com/docs/en/envizi-esg-suite?topic=reporting-audit-reports</a:t>
            </a:r>
          </a:p>
          <a:p>
            <a:r>
              <a:rPr lang="it-IT"/>
              <a:t>https://www.ibm.com/docs/en/envizi-esg-suite?topic=reporting-extract-reports</a:t>
            </a:r>
          </a:p>
          <a:p>
            <a:r>
              <a:rPr lang="it-IT"/>
              <a:t>https://www.ibm.com/docs/en/envizi-esg-suite?topic=managing-adding-notes-attachments</a:t>
            </a:r>
          </a:p>
          <a:p>
            <a:r>
              <a:rPr lang="it-IT"/>
              <a:t>https://www.ibm.com/docs/en/envizi-esg-suite?topic=data-reviewing-approving-account-records</a:t>
            </a:r>
          </a:p>
          <a:p>
            <a:r>
              <a:rPr lang="it-IT"/>
              <a:t>https://www.ibm.com/docs/en/envizi-esg-suite?topic=data-editing-locked-records-related-entities</a:t>
            </a:r>
          </a:p>
          <a:p>
            <a:r>
              <a:rPr lang="it-IT"/>
              <a:t>https://www.ibm.com/docs/en/envizi-esg-suite?topic=data-reporting-approval-status-approved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reporting-audit-reports</a:t>
            </a:r>
            <a:endParaRPr/>
          </a:p>
          <a:p>
            <a:r>
              <a:t>https://www.ibm.com/docs/en/envizi-esg-suite?topic=</a:t>
            </a:r>
            <a:r>
              <a:rPr lang="it-IT"/>
              <a:t>reporting-extract-reports</a:t>
            </a:r>
            <a:endParaRPr/>
          </a:p>
          <a:p>
            <a:r>
              <a:rPr lang="it-IT"/>
              <a:t>https://www.ibm.com/docs/en/envizi-esg-suite?topic=managing-adding-notes-attachments</a:t>
            </a:r>
          </a:p>
          <a:p>
            <a:r>
              <a:rPr lang="it-IT"/>
              <a:t>https://www.ibm.com/docs/en/envizi-esg-suite?topic=data-reviewing-approving-account-records</a:t>
            </a:r>
          </a:p>
          <a:p>
            <a:r>
              <a:rPr lang="it-IT"/>
              <a:t>https://www.ibm.com/docs/en/envizi-esg-suite?topic=data-editing-locked-records-related-entities</a:t>
            </a:r>
          </a:p>
          <a:p>
            <a:r>
              <a:rPr lang="it-IT"/>
              <a:t>https://www.ibm.com/docs/en/envizi-esg-suite?topic=data-reporting-approval-status-approved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reporting-audit-reports</a:t>
            </a:r>
            <a:endParaRPr/>
          </a:p>
          <a:p>
            <a:r>
              <a:t>https://www.ibm.com/docs/en/envizi-esg-suite?topic=</a:t>
            </a:r>
            <a:r>
              <a:rPr lang="it-IT"/>
              <a:t>reporting-extract-reports</a:t>
            </a:r>
            <a:endParaRPr/>
          </a:p>
          <a:p>
            <a:r>
              <a:rPr lang="it-IT"/>
              <a:t>https://www.ibm.com/docs/en/envizi-esg-suite?topic=managing-adding-notes-attachments</a:t>
            </a:r>
          </a:p>
          <a:p>
            <a:r>
              <a:rPr lang="it-IT"/>
              <a:t>https://www.ibm.com/docs/en/envizi-esg-suite?topic=data-reviewing-approving-account-records</a:t>
            </a:r>
          </a:p>
          <a:p>
            <a:r>
              <a:rPr lang="it-IT"/>
              <a:t>https://www.ibm.com/docs/en/envizi-esg-suite?topic=data-editing-locked-records-related-entities</a:t>
            </a:r>
          </a:p>
          <a:p>
            <a:r>
              <a:rPr lang="it-IT"/>
              <a:t>https://www.ibm.com/docs/en/envizi-esg-suite?topic=data-reporting-approval-status-approved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t>[Sources]</a:t>
            </a:r>
          </a:p>
          <a:p>
            <a:r>
              <a:t>https://www.ibm.com/docs/en/envizi-esg-suite?topic=reporting-audit-reports</a:t>
            </a:r>
          </a:p>
          <a:p>
            <a:r>
              <a:t>https://www.ibm.com/docs/en/envizi-esg-suite?topic=reporting-extract-reports</a:t>
            </a:r>
          </a:p>
          <a:p>
            <a:r>
              <a:t>https://www.ibm.com/docs/en/envizi-esg-suite?topic=managing-adding-notes-attachments</a:t>
            </a:r>
          </a:p>
          <a:p>
            <a:r>
              <a:t>https://www.ibm.com/docs/en/envizi-esg-suite?topic=data-reviewing-approving-account-records</a:t>
            </a:r>
          </a:p>
          <a:p>
            <a:r>
              <a:t>https://www.ibm.com/docs/en/envizi-esg-suite?topic=data-editing-locked-records-related-entities</a:t>
            </a:r>
          </a:p>
          <a:p>
            <a:r>
              <a:t>https://www.ibm.com/docs/en/envizi-esg-suite?topic=data-reporting-approval-status-approved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CCD5-7622-4AB6-9678-4E88CE62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0A94E6E-4755-22EB-7FC5-338C01468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F2562F-34EE-012A-FCD2-F55CA9DDA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Envizi supporta gli audit con diversi use case rilevanti</a:t>
            </a:r>
          </a:p>
          <a:p>
            <a:endParaRPr lang="it-IT"/>
          </a:p>
          <a:p>
            <a:endParaRPr lang="it-IT"/>
          </a:p>
          <a:p>
            <a:r>
              <a:rPr lang="it-IT"/>
              <a:t>Report Audit History: evidenza di chi ha modificato un record e quando</a:t>
            </a:r>
          </a:p>
          <a:p>
            <a:r>
              <a:rPr lang="it-IT"/>
              <a:t>Vedo il nuovo valore e il valore precedente</a:t>
            </a:r>
          </a:p>
          <a:p>
            <a:endParaRPr lang="it-IT"/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1FC2B9-72E3-2AF4-916F-02EB9C752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9AF42-07C4-C147-9132-6C9499C1DA63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8819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Audit history: mostra tutte le modifiche fatte dagli utenti nell’organizzazione in un certo periodo, ad esempio inserimenti e aggiornamenti di attributi.</a:t>
            </a:r>
            <a:br>
              <a:rPr lang="it-IT"/>
            </a:b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9AF42-07C4-C147-9132-6C9499C1DA63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573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reporting-audit-reports</a:t>
            </a:r>
            <a:endParaRPr/>
          </a:p>
          <a:p>
            <a:r>
              <a:t>https://www.ibm.com/docs/en/envizi-esg-suite?topic=</a:t>
            </a:r>
            <a:r>
              <a:rPr lang="it-IT"/>
              <a:t>reporting-extract-reports</a:t>
            </a:r>
            <a:endParaRPr/>
          </a:p>
          <a:p>
            <a:r>
              <a:t>https://www.ibm.com/docs/en/envizi-esg-suite?topic=</a:t>
            </a:r>
            <a:r>
              <a:rPr lang="it-IT"/>
              <a:t>managing-adding-notes-attachments</a:t>
            </a:r>
            <a:endParaRPr/>
          </a:p>
          <a:p>
            <a:r>
              <a:t>https://www.ibm.com/docs/en/envizi-esg-suite?topic=</a:t>
            </a:r>
            <a:r>
              <a:rPr lang="it-IT"/>
              <a:t>data-reviewing-approving-account-records</a:t>
            </a:r>
          </a:p>
          <a:p>
            <a:r>
              <a:rPr lang="it-IT"/>
              <a:t>https://www.ibm.com/docs/en/envizi-esg-suite?topic=data-editing-locked-records-related-entities</a:t>
            </a:r>
          </a:p>
          <a:p>
            <a:r>
              <a:rPr lang="it-IT"/>
              <a:t>https://www.ibm.com/docs/en/envizi-esg-suite?topic=data-reporting-approval-status-approved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data-reporting-approval-status-approved" TargetMode="External"/><Relationship Id="rId3" Type="http://schemas.openxmlformats.org/officeDocument/2006/relationships/hyperlink" Target="https://www.ibm.com/docs/en/envizi-esg-suite?topic=reporting-audit-reports" TargetMode="External"/><Relationship Id="rId7" Type="http://schemas.openxmlformats.org/officeDocument/2006/relationships/hyperlink" Target="https://www.ibm.com/docs/en/envizi-esg-suite?topic=data-editing-locked-records-related-entiti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data-reviewing-approving-account-records" TargetMode="External"/><Relationship Id="rId5" Type="http://schemas.openxmlformats.org/officeDocument/2006/relationships/hyperlink" Target="https://www.ibm.com/docs/en/envizi-esg-suite?topic=managing-adding-notes-attachments" TargetMode="External"/><Relationship Id="rId4" Type="http://schemas.openxmlformats.org/officeDocument/2006/relationships/hyperlink" Target="https://www.ibm.com/docs/en/envizi-esg-suite?topic=reporting-extract-repor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Auditabilità e tracciabilità dei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dati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 ESG in IBM 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mostra come ricostruire l’origine e le modifiche dei dati in IBM Envizi, consultare le evidenze dei record e utilizzare i report a supporto degli audit.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aprire il dettaglio di un record e identificarne autore e aggiornamenti</a:t>
            </a:r>
          </a:p>
          <a:p>
            <a:pPr lvl="0">
              <a:lnSpc>
                <a:spcPct val="150000"/>
              </a:lnSpc>
            </a:pPr>
            <a:r>
              <a:rPr lang="en-US"/>
              <a:t>consultare e scaricare gli allegati che documentano il dato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stato di approvazione, blocco e autorizzazioni di modifica</a:t>
            </a:r>
          </a:p>
          <a:p>
            <a:pPr lvl="0">
              <a:lnSpc>
                <a:spcPct val="150000"/>
              </a:lnSpc>
            </a:pPr>
            <a:r>
              <a:rPr lang="en-US"/>
              <a:t>comprendere le diverse finalità di Audit History e Records &amp; Cost Audit</a:t>
            </a:r>
          </a:p>
          <a:p>
            <a:pPr lvl="0">
              <a:lnSpc>
                <a:spcPct val="150000"/>
              </a:lnSpc>
            </a:pPr>
            <a:r>
              <a:rPr lang="en-US"/>
              <a:t>eseguire Audit History, impostare i filtri e leggere l’estrazione CSV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Evidenze per l’audit e perimetro di accesso ai dati</a:t>
            </a:r>
          </a:p>
          <a:p>
            <a:pPr lvl="0">
              <a:lnSpc>
                <a:spcPct val="150000"/>
              </a:lnSpc>
            </a:pPr>
            <a:r>
              <a:rPr lang="en-US"/>
              <a:t>Record, Audit History e Records &amp; Cost Audit</a:t>
            </a:r>
          </a:p>
          <a:p>
            <a:pPr lvl="0">
              <a:lnSpc>
                <a:spcPct val="150000"/>
              </a:lnSpc>
            </a:pPr>
            <a:r>
              <a:rPr lang="en-US"/>
              <a:t>Accesso al dettaglio del record: autore e date di aggiornamento</a:t>
            </a:r>
          </a:p>
          <a:p>
            <a:pPr lvl="0">
              <a:lnSpc>
                <a:spcPct val="150000"/>
              </a:lnSpc>
            </a:pPr>
            <a:r>
              <a:rPr lang="en-US"/>
              <a:t>Allegati e documenti giustificativi</a:t>
            </a:r>
          </a:p>
          <a:p>
            <a:pPr lvl="0">
              <a:lnSpc>
                <a:spcPct val="150000"/>
              </a:lnSpc>
            </a:pPr>
            <a:r>
              <a:rPr lang="en-US"/>
              <a:t>Stato di approvazione e blocco del record</a:t>
            </a:r>
          </a:p>
          <a:p>
            <a:pPr lvl="0">
              <a:lnSpc>
                <a:spcPct val="150000"/>
              </a:lnSpc>
            </a:pPr>
            <a:r>
              <a:rPr lang="en-US"/>
              <a:t>Audit History: modifiche, autore, data e valori registrati</a:t>
            </a:r>
          </a:p>
          <a:p>
            <a:pPr lvl="0">
              <a:lnSpc>
                <a:spcPct val="150000"/>
              </a:lnSpc>
            </a:pPr>
            <a:r>
              <a:rPr lang="en-US"/>
              <a:t>Differenze tra storico delle modifiche e dati mensili del record</a:t>
            </a:r>
          </a:p>
          <a:p>
            <a:pPr lvl="0">
              <a:lnSpc>
                <a:spcPct val="150000"/>
              </a:lnSpc>
            </a:pPr>
            <a:r>
              <a:rPr lang="en-US"/>
              <a:t>Ricerca, filtri, esecuzione ed esportazione di Audit History in CSV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Approvazione e blocco sono aspetti distinti: la possibilità di modificare un record dipende dallo stato, dai permessi e dalle regole configurate.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0663846-2ED9-7487-F903-4580DB4D7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869" y="1255776"/>
            <a:ext cx="2682003" cy="4023005"/>
          </a:xfrm>
          <a:prstGeom prst="rect">
            <a:avLst/>
          </a:prstGeom>
        </p:spPr>
      </p:pic>
      <p:sp>
        <p:nvSpPr>
          <p:cNvPr id="4" name="Testo originale sotto il titolo">
            <a:extLst>
              <a:ext uri="{FF2B5EF4-FFF2-40B4-BE49-F238E27FC236}">
                <a16:creationId xmlns:a16="http://schemas.microsoft.com/office/drawing/2014/main" id="{753840A1-1213-54BA-C8AA-472E9FEA1AD2}"/>
              </a:ext>
            </a:extLst>
          </p:cNvPr>
          <p:cNvSpPr txBox="1"/>
          <p:nvPr/>
        </p:nvSpPr>
        <p:spPr>
          <a:xfrm>
            <a:off x="317090" y="1005840"/>
            <a:ext cx="77748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it-IT" b="1"/>
              <a:t>Auditor ed ESG Manager, nel perimetro autorizzato</a:t>
            </a:r>
            <a:endParaRPr lang="it-IT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t-IT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it-IT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Dettaglio del record e documenti di supporto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Autore e data di creazione o aggiornamento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Audit History: inserimenti e modifiche degli attributi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Valori precedenti e nuovi valori riportati nello storico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Records &amp; Cost Audit: dati mensili e caricamento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Stato di approvazione e relativo storico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Report di audit per verifiche interne ed esterne</a:t>
            </a:r>
          </a:p>
        </p:txBody>
      </p:sp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53840A1-1213-54BA-C8AA-472E9FEA1AD2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Auditabilità e tracciabilità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1E287CAD-DA9A-1D92-F413-D51B14DF0CC7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750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DFFC-FA5A-D400-5DDC-365EA73A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417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Il singolo dato originario, di solito una bolletta o una fattura. Ha un periodo di validità e contiene consumo, costo o entrambi.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Audit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7889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Le azioni degli utenti in un periodo: inserimenti e aggiornamenti degli attributi. Consente di vedere chi ha cambiato cosa.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Records and Cost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605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I dati registrati mese per mese per ciascun record, su una o tutte le ubicazioni, e il momento del caricamento.</a:t>
            </a: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Tre strumenti a supporto degli audit</a:t>
            </a:r>
          </a:p>
        </p:txBody>
      </p:sp>
    </p:spTree>
    <p:extLst>
      <p:ext uri="{BB962C8B-B14F-4D97-AF65-F5344CB8AC3E}">
        <p14:creationId xmlns:p14="http://schemas.microsoft.com/office/powerpoint/2010/main" val="207879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6C91-9C8A-74FA-8DE5-9E954A86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Per i record associati agli Account in Envizi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01  Autore 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331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Chi ha caricato il record? Quando?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02  Documentazione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74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Sono presenti allegati che giustificano il dato esposto a sistema?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03  Approvazione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Il record è approvato e non più modificabile?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Le evidenze da mostrare all’Auditor</a:t>
            </a:r>
          </a:p>
        </p:txBody>
      </p:sp>
    </p:spTree>
    <p:extLst>
      <p:ext uri="{BB962C8B-B14F-4D97-AF65-F5344CB8AC3E}">
        <p14:creationId xmlns:p14="http://schemas.microsoft.com/office/powerpoint/2010/main" val="29003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929A52E-AC2F-3B3C-3F15-A79ACC4D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5032" y="1246852"/>
            <a:ext cx="7955279" cy="42728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B4ADB69-D322-414F-C164-9279BF1BAC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83733" y="5074920"/>
            <a:ext cx="1178132" cy="73152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7A7667F-2C6A-8DC9-20BA-12A2F9695A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69904" y="5074920"/>
            <a:ext cx="680647" cy="713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3716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1  Selezione dell’Account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29968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Dalla Home page: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Manage &gt; Accounts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Seleziona un Account e apri Review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67328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2  Dettaglio del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Seleziona un record e apri Details.</a:t>
            </a:r>
          </a:p>
        </p:txBody>
      </p:sp>
      <p:sp>
        <p:nvSpPr>
          <p:cNvPr id="1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Accesso al dettaglio di un record</a:t>
            </a:r>
          </a:p>
        </p:txBody>
      </p:sp>
    </p:spTree>
    <p:extLst>
      <p:ext uri="{BB962C8B-B14F-4D97-AF65-F5344CB8AC3E}">
        <p14:creationId xmlns:p14="http://schemas.microsoft.com/office/powerpoint/2010/main" val="114878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F6E0C12-B2DA-0FAF-19A6-F703994DF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07850" y="1097280"/>
            <a:ext cx="2306538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0876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La scheda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897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La scheda mostra gli elementi del record selezionato.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Creazione e aggiornamento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897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Chi ha creato il record e quando.</a:t>
            </a:r>
          </a:p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Chi lo ha aggiornato e quando.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Dettagli del record: autore e aggiornamenti</a:t>
            </a:r>
          </a:p>
        </p:txBody>
      </p:sp>
    </p:spTree>
    <p:extLst>
      <p:ext uri="{BB962C8B-B14F-4D97-AF65-F5344CB8AC3E}">
        <p14:creationId xmlns:p14="http://schemas.microsoft.com/office/powerpoint/2010/main" val="294608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B873-FBA4-B10D-0E5F-9AFB66C1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ED16B1A-F2DA-F025-5252-16D94A7021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79722" y="1097280"/>
            <a:ext cx="236279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La sezione Attachments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897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La scheda Details del record contiene gli allegati a supporto del dato.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Download del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897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Il link permette di scaricare il giustificativo, ad esempio la copia della bolletta.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Dettagli del record: documenti di supporto</a:t>
            </a:r>
          </a:p>
        </p:txBody>
      </p:sp>
    </p:spTree>
    <p:extLst>
      <p:ext uri="{BB962C8B-B14F-4D97-AF65-F5344CB8AC3E}">
        <p14:creationId xmlns:p14="http://schemas.microsoft.com/office/powerpoint/2010/main" val="172056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0FDB-B844-2BB1-6599-A0434D65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4AAEA66-6300-89EC-B53F-E73A4B67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37529" y="1097280"/>
            <a:ext cx="244718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Prima dell’approvazione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89788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Nell’esempio il record è in stato “creato” e non è ancora approvato.</a:t>
            </a:r>
          </a:p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Lo stato Unlocked consente ancora di modificarlo.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Dopo l’approvazione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5897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Il record diventa Locked. Solo l’approvatore può sbloccarlo e renderlo nuovamente modificabile.</a:t>
            </a: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Dettagli del record: approvazione e blocco</a:t>
            </a:r>
          </a:p>
        </p:txBody>
      </p:sp>
    </p:spTree>
    <p:extLst>
      <p:ext uri="{BB962C8B-B14F-4D97-AF65-F5344CB8AC3E}">
        <p14:creationId xmlns:p14="http://schemas.microsoft.com/office/powerpoint/2010/main" val="71697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8C44-1490-2EC0-11F5-2F443D3D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5BA86A64-D02D-5DEB-FDCF-C4E9DC06A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35440" y="1910528"/>
            <a:ext cx="2240280" cy="139102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F879BB9-47C1-190F-4455-B38D69279F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4360" y="1766542"/>
            <a:ext cx="1645920" cy="17247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8920" y="16459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Le evidenze per l’audit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77440"/>
            <a:ext cx="5852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Chi ha modificato il record</a:t>
            </a:r>
          </a:p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Quando è avvenuta la modifica</a:t>
            </a:r>
          </a:p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Il nuovo valore e il valore precedente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835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Il report Audit History permette di ricostruire le modifiche al record.</a:t>
            </a:r>
          </a:p>
        </p:txBody>
      </p:sp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 History: la storia delle modifiche</a:t>
            </a:r>
          </a:p>
        </p:txBody>
      </p:sp>
    </p:spTree>
    <p:extLst>
      <p:ext uri="{BB962C8B-B14F-4D97-AF65-F5344CB8AC3E}">
        <p14:creationId xmlns:p14="http://schemas.microsoft.com/office/powerpoint/2010/main" val="303471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6A24-D274-34A6-3DEF-8D66AFFF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2801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Una vista su specifiche location 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01  Filtri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331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Estrazione dei record con i filtri utili all’analisi.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02  Confronto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74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Visualizzazione del valore attuale e della versione precedente.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03  Tracciabilità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7726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Identificazione dell’autore della modifica e della relativa data.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 History: il perimetro dell’analisi</a:t>
            </a:r>
          </a:p>
        </p:txBody>
      </p:sp>
    </p:spTree>
    <p:extLst>
      <p:ext uri="{BB962C8B-B14F-4D97-AF65-F5344CB8AC3E}">
        <p14:creationId xmlns:p14="http://schemas.microsoft.com/office/powerpoint/2010/main" val="369141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417320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Calibri"/>
              </a:defRPr>
            </a:pPr>
            <a:r>
              <a:t>Audit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07492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Traccia le azioni degli utenti nell’organizzazione durante un periodo specifico.</a:t>
            </a:r>
          </a:p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Include inserimenti e aggiornamenti degli attributi.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6344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Chi ha cambiato cosa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Calibri"/>
              </a:defRPr>
            </a:pPr>
            <a:r>
              <a:t>Records and Cost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7492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Mostra i dati registrati per ciascun Account e i dati pubblicati ogni mese per ciascun record.</a:t>
            </a:r>
          </a:p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Indica quando è avvenuto il caricamento.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5074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Quali dati e quando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Riferimenti: Report di estrazione, Report di audit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 due principali report per gli audit</a:t>
            </a:r>
          </a:p>
        </p:txBody>
      </p:sp>
    </p:spTree>
    <p:extLst>
      <p:ext uri="{BB962C8B-B14F-4D97-AF65-F5344CB8AC3E}">
        <p14:creationId xmlns:p14="http://schemas.microsoft.com/office/powerpoint/2010/main" val="1852353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99FB-BD21-4B62-EDE4-3A1CABE2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B75EC55-5BBA-3DD0-D036-848DB65F4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2546836"/>
            <a:ext cx="11064240" cy="30902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325880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1  Nella ricerca dei report, inserisci “Audit”.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2  Seleziona “Audit History” nel menu dei risultati.</a:t>
            </a: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Ricerca del report Audit History</a:t>
            </a:r>
          </a:p>
        </p:txBody>
      </p:sp>
    </p:spTree>
    <p:extLst>
      <p:ext uri="{BB962C8B-B14F-4D97-AF65-F5344CB8AC3E}">
        <p14:creationId xmlns:p14="http://schemas.microsoft.com/office/powerpoint/2010/main" val="265257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39F0FB9-67A6-718C-69B5-A0A517E32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00" t="21000" r="34000" b="20000"/>
          <a:stretch>
            <a:fillRect/>
          </a:stretch>
        </p:blipFill>
        <p:spPr>
          <a:xfrm>
            <a:off x="6343211" y="1280160"/>
            <a:ext cx="4367136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630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Impostazione del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Nella finestra Run report, applica i filtri per la tua analisi.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Calibri"/>
              </a:defRPr>
            </a:pPr>
            <a:r>
              <a:t>Avvio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Seleziona Submit per lanciare il report.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 History: filtri ed esecuzione</a:t>
            </a:r>
          </a:p>
        </p:txBody>
      </p:sp>
    </p:spTree>
    <p:extLst>
      <p:ext uri="{BB962C8B-B14F-4D97-AF65-F5344CB8AC3E}">
        <p14:creationId xmlns:p14="http://schemas.microsoft.com/office/powerpoint/2010/main" val="279389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E0F361E-11FE-4DF1-3336-2C4DB180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1259" y="2011680"/>
            <a:ext cx="102190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1887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Calibri"/>
              </a:defRPr>
            </a:pPr>
            <a:r>
              <a:t>Dopo l’esecuzione, usa il comando di download per esportare il report in formato CSV.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 History: download in CSV</a:t>
            </a:r>
          </a:p>
        </p:txBody>
      </p:sp>
    </p:spTree>
    <p:extLst>
      <p:ext uri="{BB962C8B-B14F-4D97-AF65-F5344CB8AC3E}">
        <p14:creationId xmlns:p14="http://schemas.microsoft.com/office/powerpoint/2010/main" val="882374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6F9A-3227-93A1-4DBA-A72EC811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1481040-F6EF-3CCC-33BF-F8052586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80360" y="1126837"/>
            <a:ext cx="8732520" cy="4741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Calibri"/>
              </a:defRPr>
            </a:pPr>
            <a:r>
              <a:t>Nel periodo selezionato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Inserimenti e aggiornamenti degli attributi effettuati dagli utenti.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Audit History: lettura delle modifiche</a:t>
            </a:r>
          </a:p>
        </p:txBody>
      </p:sp>
    </p:spTree>
    <p:extLst>
      <p:ext uri="{BB962C8B-B14F-4D97-AF65-F5344CB8AC3E}">
        <p14:creationId xmlns:p14="http://schemas.microsoft.com/office/powerpoint/2010/main" val="252268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Riferimenti ufficiali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Report di audit e Audit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Modifiche degli utenti nel periodo selezionato.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Report di estrazione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Audit History e Records &amp; Cost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Note e allegati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Documenti di supporto e riepiloghi degli allegati.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Storico delle approvazioni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Cambi di stato e commenti per le verifiche di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Record bloccati e permessi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Regole di blocco e autorizzazioni di modifica.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Stato di approvazione nei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Stato del record e quota approvata dei dati mensili.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 b="0">
                <a:solidFill>
                  <a:srgbClr val="333333"/>
                </a:solidFill>
                <a:latin typeface="Calibri"/>
              </a:rPr>
              <a:t>Documentazione IBM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1588</Words>
  <Application>Microsoft Macintosh PowerPoint</Application>
  <PresentationFormat>Widescreen</PresentationFormat>
  <Paragraphs>201</Paragraphs>
  <Slides>19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12</cp:revision>
  <dcterms:created xsi:type="dcterms:W3CDTF">2026-10-09T13:31:22Z</dcterms:created>
  <dcterms:modified xsi:type="dcterms:W3CDTF">2026-10-09T15:19:26Z</dcterms:modified>
</cp:coreProperties>
</file>